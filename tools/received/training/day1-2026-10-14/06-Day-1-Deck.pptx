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8" r:id="rId5"/>
    <p:sldMasterId id="2147483809" r:id="rId6"/>
  </p:sldMasterIdLst>
  <p:notesMasterIdLst>
    <p:notesMasterId r:id="rId59"/>
  </p:notesMasterIdLst>
  <p:sldIdLst>
    <p:sldId id="256" r:id="rId13"/>
    <p:sldId id="257" r:id="rId14"/>
    <p:sldId id="258" r:id="rId15"/>
    <p:sldId id="259" r:id="rId16"/>
    <p:sldId id="275" r:id="rId65"/>
    <p:sldId id="260" r:id="rId17"/>
    <p:sldId id="261" r:id="rId18"/>
    <p:sldId id="262" r:id="rId19"/>
    <p:sldId id="263" r:id="rId20"/>
    <p:sldId id="264" r:id="rId21"/>
    <p:sldId id="265" r:id="rId22"/>
    <p:sldId id="266" r:id="rId23"/>
    <p:sldId id="267" r:id="rId24"/>
    <p:sldId id="268" r:id="rId25"/>
    <p:sldId id="269" r:id="rId26"/>
    <p:sldId id="276" r:id="rId33"/>
    <p:sldId id="270" r:id="rId27"/>
    <p:sldId id="271" r:id="rId28"/>
    <p:sldId id="272" r:id="rId29"/>
    <p:sldId id="273" r:id="rId30"/>
    <p:sldId id="27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structions" id="{28B56CEE-8637-5647-BB74-40F0BFBE79D4}">
          <p14:sldIdLst>
            <p14:sldId id="323"/>
            <p14:sldId id="356"/>
            <p14:sldId id="279"/>
            <p14:sldId id="283"/>
            <p14:sldId id="282"/>
            <p14:sldId id="348"/>
            <p14:sldId id="349"/>
            <p14:sldId id="350"/>
            <p14:sldId id="352"/>
            <p14:sldId id="353"/>
          </p14:sldIdLst>
        </p14:section>
        <p14:section name="2. Cover &amp; intro templates" id="{88BBD5BE-DD25-8C4D-BE7E-104CC9DA3736}">
          <p14:sldIdLst>
            <p14:sldId id="314"/>
            <p14:sldId id="315"/>
            <p14:sldId id="297"/>
            <p14:sldId id="309"/>
            <p14:sldId id="324"/>
            <p14:sldId id="291"/>
          </p14:sldIdLst>
        </p14:section>
        <p14:section name="3. Without section titles" id="{BC278635-3281-452E-8637-B2052F6B0D6D}">
          <p14:sldIdLst>
            <p14:sldId id="316"/>
            <p14:sldId id="273"/>
            <p14:sldId id="299"/>
            <p14:sldId id="343"/>
            <p14:sldId id="307"/>
            <p14:sldId id="277"/>
            <p14:sldId id="300"/>
            <p14:sldId id="276"/>
            <p14:sldId id="301"/>
            <p14:sldId id="310"/>
            <p14:sldId id="305"/>
            <p14:sldId id="308"/>
            <p14:sldId id="329"/>
            <p14:sldId id="325"/>
            <p14:sldId id="336"/>
          </p14:sldIdLst>
        </p14:section>
        <p14:section name="4. With section titles" id="{C5BC6A85-BD31-443C-827C-590F475EBD42}">
          <p14:sldIdLst>
            <p14:sldId id="317"/>
            <p14:sldId id="327"/>
            <p14:sldId id="294"/>
            <p14:sldId id="328"/>
            <p14:sldId id="330"/>
            <p14:sldId id="311"/>
            <p14:sldId id="331"/>
            <p14:sldId id="344"/>
            <p14:sldId id="340"/>
            <p14:sldId id="341"/>
            <p14:sldId id="342"/>
            <p14:sldId id="334"/>
            <p14:sldId id="312"/>
            <p14:sldId id="319"/>
            <p14:sldId id="337"/>
          </p14:sldIdLst>
        </p14:section>
        <p14:section name="4. Dividers" id="{208E833F-810D-034E-9558-A660FB0FF8A3}">
          <p14:sldIdLst>
            <p14:sldId id="287"/>
            <p14:sldId id="269"/>
            <p14:sldId id="271"/>
          </p14:sldIdLst>
        </p14:section>
        <p14:section name="5. Closing Slide" id="{EB3010BC-3C6D-BA4F-B445-106E3E5F873B}">
          <p14:sldIdLst>
            <p14:sldId id="303"/>
            <p14:sldId id="355"/>
            <p14:sldId id="354"/>
          </p14:sldIdLst>
        </p14:section>
      </p14:sectionLst>
    </p:ext>
    <p:ext uri="{EFAFB233-063F-42B5-8137-9DF3F51BA10A}">
      <p15:sldGuideLst xmlns:p15="http://schemas.microsoft.com/office/powerpoint/2012/main">
        <p15:guide id="1" orient="horz" pos="1440" userDrawn="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becca Stephen" initials="RS" lastIdx="12" clrIdx="0">
    <p:extLst>
      <p:ext uri="{19B8F6BF-5375-455C-9EA6-DF929625EA0E}">
        <p15:presenceInfo xmlns:p15="http://schemas.microsoft.com/office/powerpoint/2012/main" userId="S::Rebecca.Stephen@seadrill.com::9f7275cb-a94a-415d-af92-969a22fc70e8" providerId="AD"/>
      </p:ext>
    </p:extLst>
  </p:cmAuthor>
  <p:cmAuthor id="2" name="Sara Dunne" initials="SD" lastIdx="19" clrIdx="1">
    <p:extLst>
      <p:ext uri="{19B8F6BF-5375-455C-9EA6-DF929625EA0E}">
        <p15:presenceInfo xmlns:p15="http://schemas.microsoft.com/office/powerpoint/2012/main" userId="S::Sara.Dunne@seadrill.com::6cf376d1-5e27-46db-8040-da1d73384485" providerId="AD"/>
      </p:ext>
    </p:extLst>
  </p:cmAuthor>
  <p:cmAuthor id="3" name="Tom Knott" initials="TK" lastIdx="9" clrIdx="2">
    <p:extLst>
      <p:ext uri="{19B8F6BF-5375-455C-9EA6-DF929625EA0E}">
        <p15:presenceInfo xmlns:p15="http://schemas.microsoft.com/office/powerpoint/2012/main" userId="Tom Knott" providerId="None"/>
      </p:ext>
    </p:extLst>
  </p:cmAuthor>
  <p:cmAuthor id="4" name="Jane Linton" initials="JL" lastIdx="8" clrIdx="3">
    <p:extLst>
      <p:ext uri="{19B8F6BF-5375-455C-9EA6-DF929625EA0E}">
        <p15:presenceInfo xmlns:p15="http://schemas.microsoft.com/office/powerpoint/2012/main" userId="S::jane.linton@biggroup.co.uk::e5dacd1a-9615-4cdc-96ea-bbe76d41b6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C77"/>
    <a:srgbClr val="DD1DD8"/>
    <a:srgbClr val="6A5000"/>
    <a:srgbClr val="5E2507"/>
    <a:srgbClr val="717F81"/>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p:cViewPr varScale="1">
        <p:scale>
          <a:sx n="97" d="100"/>
          <a:sy n="97" d="100"/>
        </p:scale>
        <p:origin x="1110" y="306"/>
      </p:cViewPr>
      <p:guideLst>
        <p:guide orient="horz" pos="144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3" Type="http://schemas.openxmlformats.org/officeDocument/2006/relationships/slide" Target="slides/slide16.xml"/><Relationship Id="rId59" Type="http://schemas.openxmlformats.org/officeDocument/2006/relationships/notesMaster" Target="notesMasters/notesMaster1.xml"/><Relationship Id="rId60" Type="http://schemas.openxmlformats.org/officeDocument/2006/relationships/commentAuthors" Target="commentAuthors.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E7CF4-1A7C-9F43-888F-B617ABB79FAD}"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A9FFAD-4FBC-DE4C-923C-D24C6F4A0A59}" type="slidenum">
              <a:rPr lang="en-US" smtClean="0"/>
              <a:t>‹#›</a:t>
            </a:fld>
            <a:endParaRPr lang="en-US"/>
          </a:p>
        </p:txBody>
      </p:sp>
    </p:spTree>
    <p:extLst>
      <p:ext uri="{BB962C8B-B14F-4D97-AF65-F5344CB8AC3E}">
        <p14:creationId xmlns:p14="http://schemas.microsoft.com/office/powerpoint/2010/main" val="3735686432"/>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mn-lt"/>
        <a:ea typeface="+mn-ea"/>
        <a:cs typeface="+mn-cs"/>
      </a:defRPr>
    </a:lvl1pPr>
    <a:lvl2pPr marL="457154" algn="l" defTabSz="914309" rtl="0" eaLnBrk="1" latinLnBrk="0" hangingPunct="1">
      <a:defRPr sz="1200" kern="1200">
        <a:solidFill>
          <a:schemeClr val="tx1"/>
        </a:solidFill>
        <a:latin typeface="+mn-lt"/>
        <a:ea typeface="+mn-ea"/>
        <a:cs typeface="+mn-cs"/>
      </a:defRPr>
    </a:lvl2pPr>
    <a:lvl3pPr marL="914309" algn="l" defTabSz="914309" rtl="0" eaLnBrk="1" latinLnBrk="0" hangingPunct="1">
      <a:defRPr sz="1200" kern="1200">
        <a:solidFill>
          <a:schemeClr val="tx1"/>
        </a:solidFill>
        <a:latin typeface="+mn-lt"/>
        <a:ea typeface="+mn-ea"/>
        <a:cs typeface="+mn-cs"/>
      </a:defRPr>
    </a:lvl3pPr>
    <a:lvl4pPr marL="1371463" algn="l" defTabSz="914309" rtl="0" eaLnBrk="1" latinLnBrk="0" hangingPunct="1">
      <a:defRPr sz="1200" kern="1200">
        <a:solidFill>
          <a:schemeClr val="tx1"/>
        </a:solidFill>
        <a:latin typeface="+mn-lt"/>
        <a:ea typeface="+mn-ea"/>
        <a:cs typeface="+mn-cs"/>
      </a:defRPr>
    </a:lvl4pPr>
    <a:lvl5pPr marL="1828617" algn="l" defTabSz="914309" rtl="0" eaLnBrk="1" latinLnBrk="0" hangingPunct="1">
      <a:defRPr sz="1200" kern="1200">
        <a:solidFill>
          <a:schemeClr val="tx1"/>
        </a:solidFill>
        <a:latin typeface="+mn-lt"/>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days. Day 1 is the tools: what they capture, what stops you posting, and why. Led by Dan, with Brad Waldron on SSORT. Seven teaching hours including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real time here. Most of the confusion in the field comes from treating these three as one. The tool can only ever tell you the middle one happened. Ten minutes is normal, not a fault.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exact SSORT revision with Dan on the morning of the class and write it on the whiteboard. A cached copy is the single most common reason a trainee sees something different from the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replace warning on purpose. Post once, change something, post again, and read out the message that tells you the earlier one was replaced.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judgement, not buttons. The tool marks what it cannot safely decide. A trainee who understands why it does not auto-correct will read the other warnings properly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saying plainly: the 8-15 September EDS and function test records exist only in the PDFs Brad printed. The data was never in the file. That is what "native" bought 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Grade 3 is the one people get wrong. It is acceptable with findings — monitor it. It is not a fail, and the dashboard colours it orange to say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workbook's "why did it stop me" table. Every line was read out of the shipped code for the revisions named on slide 3. If a trainee hits something not on this list, that is worth reporting.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7"/>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1" y="380941"/>
            <a:ext cx="571288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6" y="1999477"/>
            <a:ext cx="1304767" cy="478341"/>
          </a:xfrm>
          <a:prstGeom prst="rect">
            <a:avLst/>
          </a:prstGeom>
        </p:spPr>
      </p:pic>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394985" y="4183555"/>
            <a:ext cx="5316841" cy="492366"/>
          </a:xfrm>
          <a:prstGeom prst="rect">
            <a:avLst/>
          </a:prstGeom>
        </p:spPr>
        <p:txBody>
          <a:bodyPr lIns="0" rIns="0" anchor="t" anchorCtr="0"/>
          <a:lstStyle>
            <a:lvl1pPr marL="0" indent="0" algn="l">
              <a:spcBef>
                <a:spcPts val="0"/>
              </a:spcBef>
              <a:spcAft>
                <a:spcPts val="200"/>
              </a:spcAft>
              <a:buNone/>
              <a:defRPr sz="36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1884839512"/>
      </p:ext>
    </p:extLst>
  </p:cSld>
  <p:clrMapOvr>
    <a:masterClrMapping/>
  </p:clrMapOvr>
  <p:extLst>
    <p:ext uri="{DCECCB84-F9BA-43D5-87BE-67443E8EF086}">
      <p15:sldGuideLst xmlns:p15="http://schemas.microsoft.com/office/powerpoint/2012/main">
        <p15:guide id="3" pos="234" userDrawn="1">
          <p15:clr>
            <a:srgbClr val="FBAE40"/>
          </p15:clr>
        </p15:guide>
        <p15:guide id="4" pos="7446" userDrawn="1">
          <p15:clr>
            <a:srgbClr val="FBAE40"/>
          </p15:clr>
        </p15:guide>
        <p15:guide id="5" orient="horz" pos="2558">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389468" y="380941"/>
            <a:ext cx="11419417" cy="609611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640795940"/>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2" y="0"/>
            <a:ext cx="12192001" cy="6858000"/>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78872431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guide id="7"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Long Title 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550897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73912"/>
            <a:ext cx="4892449" cy="1329595"/>
          </a:xfrm>
          <a:prstGeom prst="rect">
            <a:avLst/>
          </a:prstGeom>
        </p:spPr>
        <p:txBody>
          <a:bodyPr wrap="square" lIns="0" tIns="0" rIns="0" bIns="0" anchor="b" anchorCtr="0">
            <a:spAutoFit/>
          </a:bodyPr>
          <a:lstStyle>
            <a:lvl1pPr marL="0" indent="0">
              <a:lnSpc>
                <a:spcPct val="80000"/>
              </a:lnSpc>
              <a:spcBef>
                <a:spcPts val="0"/>
              </a:spcBef>
              <a:buNone/>
              <a:defRPr sz="5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Presentation title in one line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356882" y="336207"/>
            <a:ext cx="4305428" cy="365068"/>
          </a:xfrm>
        </p:spPr>
        <p:txBody>
          <a:bodyPr lIns="0" rIns="0" anchor="t" anchorCtr="0"/>
          <a:lstStyle>
            <a:lvl1pPr algn="l">
              <a:defRPr b="1" i="0" u="none">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4206328"/>
            <a:ext cx="4892449"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32061C02-590C-472C-A4E9-BD821E91E0D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6884" y="1913572"/>
            <a:ext cx="1878316" cy="688609"/>
          </a:xfrm>
          <a:prstGeom prst="rect">
            <a:avLst/>
          </a:prstGeom>
        </p:spPr>
      </p:pic>
      <p:sp>
        <p:nvSpPr>
          <p:cNvPr id="8" name="Picture Placeholder 4">
            <a:extLst>
              <a:ext uri="{FF2B5EF4-FFF2-40B4-BE49-F238E27FC236}">
                <a16:creationId xmlns:a16="http://schemas.microsoft.com/office/drawing/2014/main" id="{8BFA3C67-A1F1-A17E-4107-28D8F1CBBCB8}"/>
              </a:ext>
            </a:extLst>
          </p:cNvPr>
          <p:cNvSpPr>
            <a:spLocks noGrp="1"/>
          </p:cNvSpPr>
          <p:nvPr>
            <p:ph type="pic" sz="quarter" idx="17" hasCustomPrompt="1"/>
          </p:nvPr>
        </p:nvSpPr>
        <p:spPr>
          <a:xfrm>
            <a:off x="5508979" y="3438582"/>
            <a:ext cx="632613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9" name="Picture Placeholder 4">
            <a:extLst>
              <a:ext uri="{FF2B5EF4-FFF2-40B4-BE49-F238E27FC236}">
                <a16:creationId xmlns:a16="http://schemas.microsoft.com/office/drawing/2014/main" id="{A589B632-C81B-5144-E0FB-DCAD0320B1E1}"/>
              </a:ext>
            </a:extLst>
          </p:cNvPr>
          <p:cNvSpPr>
            <a:spLocks noGrp="1"/>
          </p:cNvSpPr>
          <p:nvPr>
            <p:ph type="pic" sz="quarter" idx="18" hasCustomPrompt="1"/>
          </p:nvPr>
        </p:nvSpPr>
        <p:spPr>
          <a:xfrm>
            <a:off x="867422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Tree>
    <p:extLst>
      <p:ext uri="{BB962C8B-B14F-4D97-AF65-F5344CB8AC3E}">
        <p14:creationId xmlns:p14="http://schemas.microsoft.com/office/powerpoint/2010/main" val="2396431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7" y="2829549"/>
            <a:ext cx="3397024" cy="1354008"/>
          </a:xfrm>
          <a:prstGeom prst="rect">
            <a:avLst/>
          </a:prstGeom>
        </p:spPr>
        <p:txBody>
          <a:bodyPr wrap="square" lIns="0" tIns="0" rIns="0" bIns="0" anchor="ctr" anchorCtr="0">
            <a:noAutofit/>
          </a:bodyPr>
          <a:lstStyle>
            <a:lvl1pPr marL="0" indent="0" algn="r">
              <a:lnSpc>
                <a:spcPct val="80000"/>
              </a:lnSpc>
              <a:spcBef>
                <a:spcPts val="0"/>
              </a:spcBef>
              <a:buNone/>
              <a:defRPr sz="4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Agenda goes here</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345103"/>
            <a:ext cx="1304767" cy="478341"/>
          </a:xfrm>
          <a:prstGeom prst="rect">
            <a:avLst/>
          </a:prstGeom>
        </p:spPr>
      </p:pic>
      <p:sp>
        <p:nvSpPr>
          <p:cNvPr id="2" name="Picture Placeholder 4">
            <a:extLst>
              <a:ext uri="{FF2B5EF4-FFF2-40B4-BE49-F238E27FC236}">
                <a16:creationId xmlns:a16="http://schemas.microsoft.com/office/drawing/2014/main" id="{05443B0C-0512-817A-F81A-E702614F89FF}"/>
              </a:ext>
            </a:extLst>
          </p:cNvPr>
          <p:cNvSpPr>
            <a:spLocks noGrp="1"/>
          </p:cNvSpPr>
          <p:nvPr>
            <p:ph type="pic" sz="quarter" idx="15" hasCustomPrompt="1"/>
          </p:nvPr>
        </p:nvSpPr>
        <p:spPr>
          <a:xfrm>
            <a:off x="7943850" y="380942"/>
            <a:ext cx="386503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cxnSp>
        <p:nvCxnSpPr>
          <p:cNvPr id="9" name="Straight Connector 8">
            <a:extLst>
              <a:ext uri="{FF2B5EF4-FFF2-40B4-BE49-F238E27FC236}">
                <a16:creationId xmlns:a16="http://schemas.microsoft.com/office/drawing/2014/main" id="{C0FB7F63-005B-A24C-B355-62BC97A93021}"/>
              </a:ext>
            </a:extLst>
          </p:cNvPr>
          <p:cNvCxnSpPr/>
          <p:nvPr userDrawn="1"/>
        </p:nvCxnSpPr>
        <p:spPr>
          <a:xfrm>
            <a:off x="3984097" y="2409002"/>
            <a:ext cx="0" cy="2186482"/>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684A57E6-605C-9298-76D4-758BB261E90B}"/>
              </a:ext>
            </a:extLst>
          </p:cNvPr>
          <p:cNvSpPr>
            <a:spLocks noGrp="1"/>
          </p:cNvSpPr>
          <p:nvPr>
            <p:ph type="body" sz="quarter" idx="16" hasCustomPrompt="1"/>
          </p:nvPr>
        </p:nvSpPr>
        <p:spPr>
          <a:xfrm>
            <a:off x="4176184" y="2829546"/>
            <a:ext cx="3139017" cy="1354458"/>
          </a:xfrm>
        </p:spPr>
        <p:txBody>
          <a:bodyPr anchor="ctr" anchorCtr="0"/>
          <a:lstStyle>
            <a:lvl1pPr marL="0" indent="0">
              <a:lnSpc>
                <a:spcPct val="100000"/>
              </a:lnSpc>
              <a:spcBef>
                <a:spcPts val="800"/>
              </a:spcBef>
              <a:buNone/>
              <a:defRPr sz="1400"/>
            </a:lvl1pPr>
            <a:lvl2pPr marL="0" indent="0">
              <a:buNone/>
              <a:defRPr/>
            </a:lvl2pPr>
            <a:lvl3pPr marL="0" indent="0">
              <a:buNone/>
              <a:defRPr/>
            </a:lvl3pPr>
            <a:lvl4pPr marL="0" indent="0">
              <a:buNone/>
              <a:defRPr/>
            </a:lvl4pPr>
            <a:lvl5pPr marL="0" indent="0">
              <a:buNone/>
              <a:defRPr/>
            </a:lvl5pPr>
          </a:lstStyle>
          <a:p>
            <a:pPr lvl="0"/>
            <a:r>
              <a:rPr lang="en-US"/>
              <a:t>Topic one</a:t>
            </a:r>
          </a:p>
        </p:txBody>
      </p:sp>
    </p:spTree>
    <p:extLst>
      <p:ext uri="{BB962C8B-B14F-4D97-AF65-F5344CB8AC3E}">
        <p14:creationId xmlns:p14="http://schemas.microsoft.com/office/powerpoint/2010/main" val="32201699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Intro_Statem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383117" y="380942"/>
            <a:ext cx="114192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1" name="Text Placeholder 9">
            <a:extLst>
              <a:ext uri="{FF2B5EF4-FFF2-40B4-BE49-F238E27FC236}">
                <a16:creationId xmlns:a16="http://schemas.microsoft.com/office/drawing/2014/main" id="{88C9FF1D-8EC4-64F2-D640-DEA9AE8CF013}"/>
              </a:ext>
            </a:extLst>
          </p:cNvPr>
          <p:cNvSpPr>
            <a:spLocks noGrp="1"/>
          </p:cNvSpPr>
          <p:nvPr>
            <p:ph type="body" sz="quarter" idx="14" hasCustomPrompt="1"/>
          </p:nvPr>
        </p:nvSpPr>
        <p:spPr>
          <a:xfrm>
            <a:off x="1769807" y="3096390"/>
            <a:ext cx="8652387" cy="281103"/>
          </a:xfrm>
          <a:prstGeom prst="rect">
            <a:avLst/>
          </a:prstGeom>
        </p:spPr>
        <p:txBody>
          <a:bodyPr lIns="0" tIns="0" rIns="0" bIns="0" anchor="ctr" anchorCtr="0">
            <a:spAutoFit/>
          </a:bodyPr>
          <a:lstStyle>
            <a:lvl1pPr marL="0" indent="0" algn="ctr">
              <a:lnSpc>
                <a:spcPct val="110000"/>
              </a:lnSpc>
              <a:spcBef>
                <a:spcPts val="0"/>
              </a:spcBef>
              <a:spcAft>
                <a:spcPts val="800"/>
              </a:spcAft>
              <a:buNone/>
              <a:defRPr sz="1800" b="1">
                <a:solidFill>
                  <a:schemeClr val="bg1"/>
                </a:solidFill>
                <a:latin typeface="+mj-lt"/>
              </a:defRPr>
            </a:lvl1pPr>
            <a:lvl2pPr marL="0" indent="0">
              <a:lnSpc>
                <a:spcPct val="110000"/>
              </a:lnSpc>
              <a:buNone/>
              <a:defRPr sz="933"/>
            </a:lvl2pPr>
          </a:lstStyle>
          <a:p>
            <a:pPr lvl="0"/>
            <a:r>
              <a:rPr lang="en-US"/>
              <a:t>Intro text goes here</a:t>
            </a:r>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646669329"/>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Title 1">
            <a:extLst>
              <a:ext uri="{FF2B5EF4-FFF2-40B4-BE49-F238E27FC236}">
                <a16:creationId xmlns:a16="http://schemas.microsoft.com/office/drawing/2014/main" id="{37C35C11-5C4D-4B9D-1E20-2B603B70640D}"/>
              </a:ext>
            </a:extLst>
          </p:cNvPr>
          <p:cNvSpPr>
            <a:spLocks noGrp="1"/>
          </p:cNvSpPr>
          <p:nvPr>
            <p:ph type="title" hasCustomPrompt="1"/>
          </p:nvPr>
        </p:nvSpPr>
        <p:spPr>
          <a:xfrm>
            <a:off x="384000" y="383941"/>
            <a:ext cx="3411009" cy="436733"/>
          </a:xfrm>
        </p:spPr>
        <p:txBody>
          <a:bodyPr tIns="0" bIns="0" anchor="t" anchorCtr="0"/>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68B8C5C5-0BFA-16A2-CAC0-A4328B7C65BA}"/>
              </a:ext>
            </a:extLst>
          </p:cNvPr>
          <p:cNvSpPr>
            <a:spLocks noGrp="1"/>
          </p:cNvSpPr>
          <p:nvPr>
            <p:ph type="body" sz="quarter" idx="13" hasCustomPrompt="1"/>
          </p:nvPr>
        </p:nvSpPr>
        <p:spPr>
          <a:xfrm>
            <a:off x="384000" y="1991693"/>
            <a:ext cx="341100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9EC3CBA-EA7D-94F6-C2CB-D734C887E04D}"/>
              </a:ext>
            </a:extLst>
          </p:cNvPr>
          <p:cNvSpPr>
            <a:spLocks noGrp="1"/>
          </p:cNvSpPr>
          <p:nvPr>
            <p:ph type="body" sz="quarter" idx="14" hasCustomPrompt="1"/>
          </p:nvPr>
        </p:nvSpPr>
        <p:spPr>
          <a:xfrm>
            <a:off x="384000" y="2207662"/>
            <a:ext cx="3411009" cy="3887717"/>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7322694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Subtitle 2">
            <a:extLst>
              <a:ext uri="{FF2B5EF4-FFF2-40B4-BE49-F238E27FC236}">
                <a16:creationId xmlns:a16="http://schemas.microsoft.com/office/drawing/2014/main" id="{6810B706-0219-C317-2DA6-0D4AE49E602B}"/>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3" name="Title 2">
            <a:extLst>
              <a:ext uri="{FF2B5EF4-FFF2-40B4-BE49-F238E27FC236}">
                <a16:creationId xmlns:a16="http://schemas.microsoft.com/office/drawing/2014/main" id="{91691B28-1CB4-E764-6352-07DDF4198020}"/>
              </a:ext>
            </a:extLst>
          </p:cNvPr>
          <p:cNvSpPr>
            <a:spLocks noGrp="1"/>
          </p:cNvSpPr>
          <p:nvPr>
            <p:ph type="title" hasCustomPrompt="1"/>
          </p:nvPr>
        </p:nvSpPr>
        <p:spPr>
          <a:xfrm>
            <a:off x="384000" y="1276606"/>
            <a:ext cx="3406776" cy="822467"/>
          </a:xfrm>
        </p:spPr>
        <p:txBody>
          <a:bodyPr tIns="0" bIns="0" anchor="t"/>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A54DF731-7A35-E91B-12E3-5E586C75C099}"/>
              </a:ext>
            </a:extLst>
          </p:cNvPr>
          <p:cNvSpPr>
            <a:spLocks noGrp="1"/>
          </p:cNvSpPr>
          <p:nvPr>
            <p:ph type="body" sz="quarter" idx="13" hasCustomPrompt="1"/>
          </p:nvPr>
        </p:nvSpPr>
        <p:spPr>
          <a:xfrm>
            <a:off x="384000" y="2615596"/>
            <a:ext cx="3402543"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76BC1D5-CC3C-4C3B-9A2B-ADF2DD9ED9F5}"/>
              </a:ext>
            </a:extLst>
          </p:cNvPr>
          <p:cNvSpPr>
            <a:spLocks noGrp="1"/>
          </p:cNvSpPr>
          <p:nvPr>
            <p:ph type="body" sz="quarter" idx="14" hasCustomPrompt="1"/>
          </p:nvPr>
        </p:nvSpPr>
        <p:spPr>
          <a:xfrm>
            <a:off x="384000" y="2831563"/>
            <a:ext cx="3402543"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84975796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1276603"/>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1" name="Text Placeholder 9">
            <a:extLst>
              <a:ext uri="{FF2B5EF4-FFF2-40B4-BE49-F238E27FC236}">
                <a16:creationId xmlns:a16="http://schemas.microsoft.com/office/drawing/2014/main" id="{1F194FE6-099F-8CC1-4CB5-CD50F655AD91}"/>
              </a:ext>
            </a:extLst>
          </p:cNvPr>
          <p:cNvSpPr>
            <a:spLocks noGrp="1"/>
          </p:cNvSpPr>
          <p:nvPr>
            <p:ph type="body" sz="quarter" idx="13" hasCustomPrompt="1"/>
          </p:nvPr>
        </p:nvSpPr>
        <p:spPr>
          <a:xfrm>
            <a:off x="384000" y="2615596"/>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24200B9D-6238-5414-2FF0-76CEB5F22A18}"/>
              </a:ext>
            </a:extLst>
          </p:cNvPr>
          <p:cNvSpPr>
            <a:spLocks noGrp="1"/>
          </p:cNvSpPr>
          <p:nvPr>
            <p:ph type="body" sz="quarter" idx="14" hasCustomPrompt="1"/>
          </p:nvPr>
        </p:nvSpPr>
        <p:spPr>
          <a:xfrm>
            <a:off x="384000" y="2831563"/>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4" name="Subtitle 2">
            <a:extLst>
              <a:ext uri="{FF2B5EF4-FFF2-40B4-BE49-F238E27FC236}">
                <a16:creationId xmlns:a16="http://schemas.microsoft.com/office/drawing/2014/main" id="{3A622A3C-04FB-E753-44B9-525ECC4172CF}"/>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656642790"/>
      </p:ext>
    </p:extLst>
  </p:cSld>
  <p:clrMapOvr>
    <a:masterClrMapping/>
  </p:clrMapOvr>
  <p:extLst>
    <p:ext uri="{DCECCB84-F9BA-43D5-87BE-67443E8EF086}">
      <p15:sldGuideLst xmlns:p15="http://schemas.microsoft.com/office/powerpoint/2012/main">
        <p15:guide id="3" pos="7446" userDrawn="1">
          <p15:clr>
            <a:srgbClr val="FBAE40"/>
          </p15:clr>
        </p15:guide>
        <p15:guide id="4" pos="11158">
          <p15:clr>
            <a:srgbClr val="FBAE40"/>
          </p15:clr>
        </p15:guide>
        <p15:guide id="5" orient="horz" pos="5758">
          <p15:clr>
            <a:srgbClr val="FBAE40"/>
          </p15:clr>
        </p15:guide>
        <p15:guide id="6" pos="234" userDrawn="1">
          <p15:clr>
            <a:srgbClr val="FBAE40"/>
          </p15:clr>
        </p15:guide>
        <p15:guide id="7" pos="3840" userDrawn="1">
          <p15:clr>
            <a:srgbClr val="FBAE40"/>
          </p15:clr>
        </p15:guide>
        <p15:guide id="8" pos="36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383941"/>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Text Placeholder 9">
            <a:extLst>
              <a:ext uri="{FF2B5EF4-FFF2-40B4-BE49-F238E27FC236}">
                <a16:creationId xmlns:a16="http://schemas.microsoft.com/office/drawing/2014/main" id="{8C44FB80-9E6B-F90A-0620-A273055BCCB9}"/>
              </a:ext>
            </a:extLst>
          </p:cNvPr>
          <p:cNvSpPr>
            <a:spLocks noGrp="1"/>
          </p:cNvSpPr>
          <p:nvPr>
            <p:ph type="body" sz="quarter" idx="13" hasCustomPrompt="1"/>
          </p:nvPr>
        </p:nvSpPr>
        <p:spPr>
          <a:xfrm>
            <a:off x="384000" y="1991693"/>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1" name="Text Placeholder 9">
            <a:extLst>
              <a:ext uri="{FF2B5EF4-FFF2-40B4-BE49-F238E27FC236}">
                <a16:creationId xmlns:a16="http://schemas.microsoft.com/office/drawing/2014/main" id="{BA841CAC-9D54-76E5-24EA-01D7CB0F996C}"/>
              </a:ext>
            </a:extLst>
          </p:cNvPr>
          <p:cNvSpPr>
            <a:spLocks noGrp="1"/>
          </p:cNvSpPr>
          <p:nvPr>
            <p:ph type="body" sz="quarter" idx="14" hasCustomPrompt="1"/>
          </p:nvPr>
        </p:nvSpPr>
        <p:spPr>
          <a:xfrm>
            <a:off x="384000" y="2207659"/>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23070012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Tree>
    <p:extLst>
      <p:ext uri="{BB962C8B-B14F-4D97-AF65-F5344CB8AC3E}">
        <p14:creationId xmlns:p14="http://schemas.microsoft.com/office/powerpoint/2010/main" val="248025917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1276603"/>
            <a:ext cx="3408893"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2543607"/>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2759575"/>
            <a:ext cx="3406775" cy="333580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11" name="Subtitle 2">
            <a:extLst>
              <a:ext uri="{FF2B5EF4-FFF2-40B4-BE49-F238E27FC236}">
                <a16:creationId xmlns:a16="http://schemas.microsoft.com/office/drawing/2014/main" id="{4F598440-E671-0975-CDAC-530CC9707630}"/>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81288538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hort 2 Line Title Slide">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4079313797"/>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2638" userDrawn="1">
          <p15:clr>
            <a:srgbClr val="FBAE40"/>
          </p15:clr>
        </p15:guide>
        <p15:guide id="7" pos="3840" userDrawn="1">
          <p15:clr>
            <a:srgbClr val="FBAE40"/>
          </p15:clr>
        </p15:guide>
        <p15:guide id="9" pos="744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954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578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5" y="1276603"/>
            <a:ext cx="11425767"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4" name="Subtitle 2">
            <a:extLst>
              <a:ext uri="{FF2B5EF4-FFF2-40B4-BE49-F238E27FC236}">
                <a16:creationId xmlns:a16="http://schemas.microsoft.com/office/drawing/2014/main" id="{42DE1B81-B08E-5002-45CF-77CD29AC6033}"/>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86867700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52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6" y="383941"/>
            <a:ext cx="11433870"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71087987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2538150"/>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2749317"/>
            <a:ext cx="7614011" cy="3343627"/>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1276603"/>
            <a:ext cx="11407078"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2538150"/>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Subtitle 2">
            <a:extLst>
              <a:ext uri="{FF2B5EF4-FFF2-40B4-BE49-F238E27FC236}">
                <a16:creationId xmlns:a16="http://schemas.microsoft.com/office/drawing/2014/main" id="{BF056422-0546-E069-A22A-0EA29C783151}"/>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5" name="Text Placeholder 4">
            <a:extLst>
              <a:ext uri="{FF2B5EF4-FFF2-40B4-BE49-F238E27FC236}">
                <a16:creationId xmlns:a16="http://schemas.microsoft.com/office/drawing/2014/main" id="{4A2E6A67-3A3F-778F-F2B2-EBBA8A5FC003}"/>
              </a:ext>
            </a:extLst>
          </p:cNvPr>
          <p:cNvSpPr>
            <a:spLocks noGrp="1"/>
          </p:cNvSpPr>
          <p:nvPr>
            <p:ph type="body" sz="quarter" idx="19" hasCustomPrompt="1"/>
          </p:nvPr>
        </p:nvSpPr>
        <p:spPr>
          <a:xfrm>
            <a:off x="383117" y="2749317"/>
            <a:ext cx="3408892" cy="3263396"/>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2878371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1903007"/>
            <a:ext cx="7614011" cy="4228431"/>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383941"/>
            <a:ext cx="11423652"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1655745"/>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Table / graph header</a:t>
            </a:r>
          </a:p>
        </p:txBody>
      </p:sp>
      <p:sp>
        <p:nvSpPr>
          <p:cNvPr id="5" name="Text Placeholder 4">
            <a:extLst>
              <a:ext uri="{FF2B5EF4-FFF2-40B4-BE49-F238E27FC236}">
                <a16:creationId xmlns:a16="http://schemas.microsoft.com/office/drawing/2014/main" id="{E0360B99-C172-B7C3-E277-30F24912F442}"/>
              </a:ext>
            </a:extLst>
          </p:cNvPr>
          <p:cNvSpPr>
            <a:spLocks noGrp="1"/>
          </p:cNvSpPr>
          <p:nvPr>
            <p:ph type="body" sz="quarter" idx="20" hasCustomPrompt="1"/>
          </p:nvPr>
        </p:nvSpPr>
        <p:spPr>
          <a:xfrm>
            <a:off x="395389" y="1895707"/>
            <a:ext cx="3396619" cy="4228447"/>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6779204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2749320"/>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1276603"/>
            <a:ext cx="1143288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20" name="Subtitle 2">
            <a:extLst>
              <a:ext uri="{FF2B5EF4-FFF2-40B4-BE49-F238E27FC236}">
                <a16:creationId xmlns:a16="http://schemas.microsoft.com/office/drawing/2014/main" id="{DFD1D543-EB77-F6A8-A61A-0F4C70916D7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610420658"/>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1871712"/>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383941"/>
            <a:ext cx="11425765"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Tree>
    <p:extLst>
      <p:ext uri="{BB962C8B-B14F-4D97-AF65-F5344CB8AC3E}">
        <p14:creationId xmlns:p14="http://schemas.microsoft.com/office/powerpoint/2010/main" val="20808258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7212"/>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Main line Header</a:t>
            </a:r>
            <a:endParaRPr lang="en-GB" dirty="0"/>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2112283"/>
            <a:ext cx="3406773" cy="3980660"/>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2112283"/>
            <a:ext cx="3380848" cy="398066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Subtitle 2">
            <a:extLst>
              <a:ext uri="{FF2B5EF4-FFF2-40B4-BE49-F238E27FC236}">
                <a16:creationId xmlns:a16="http://schemas.microsoft.com/office/drawing/2014/main" id="{D49BF4C9-4FE1-D86A-DC07-0005CB528CBD}"/>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27938113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215965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sp>
        <p:nvSpPr>
          <p:cNvPr id="45" name="Subtitle 2">
            <a:extLst>
              <a:ext uri="{FF2B5EF4-FFF2-40B4-BE49-F238E27FC236}">
                <a16:creationId xmlns:a16="http://schemas.microsoft.com/office/drawing/2014/main" id="{6E8D00D1-0B68-B475-77C5-3449D19C6C69}"/>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57671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3840" userDrawn="1">
          <p15:clr>
            <a:srgbClr val="FBAE40"/>
          </p15:clr>
        </p15:guide>
        <p15:guide id="3" pos="744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179698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40026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744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304249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8" name="Subtitle 2">
            <a:extLst>
              <a:ext uri="{FF2B5EF4-FFF2-40B4-BE49-F238E27FC236}">
                <a16:creationId xmlns:a16="http://schemas.microsoft.com/office/drawing/2014/main" id="{BC37B91A-0D0E-6CDD-D60B-6D281366D60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97160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7446" userDrawn="1">
          <p15:clr>
            <a:srgbClr val="FBAE40"/>
          </p15:clr>
        </p15:guide>
        <p15:guide id="3" pos="23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2550613"/>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23756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234" userDrawn="1">
          <p15:clr>
            <a:srgbClr val="FBAE40"/>
          </p15:clr>
        </p15:guide>
        <p15:guide id="3" pos="7446"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Single line Header</a:t>
            </a:r>
            <a:endParaRPr lang="en-GB"/>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1219015"/>
            <a:ext cx="3406773" cy="487393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1219015"/>
            <a:ext cx="3380848" cy="48739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58773130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83365586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Subtitle 2">
            <a:extLst>
              <a:ext uri="{FF2B5EF4-FFF2-40B4-BE49-F238E27FC236}">
                <a16:creationId xmlns:a16="http://schemas.microsoft.com/office/drawing/2014/main" id="{A37DD523-FEAF-8E36-440F-C6B34EAF13B9}"/>
              </a:ext>
            </a:extLst>
          </p:cNvPr>
          <p:cNvSpPr>
            <a:spLocks noGrp="1"/>
          </p:cNvSpPr>
          <p:nvPr>
            <p:ph type="subTitle" idx="1" hasCustomPrompt="1"/>
          </p:nvPr>
        </p:nvSpPr>
        <p:spPr>
          <a:xfrm>
            <a:off x="382715" y="877609"/>
            <a:ext cx="7201301"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27564814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907687"/>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5619884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6603"/>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76130459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5" y="380944"/>
            <a:ext cx="7632699"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4" name="Subtitle 2">
            <a:extLst>
              <a:ext uri="{FF2B5EF4-FFF2-40B4-BE49-F238E27FC236}">
                <a16:creationId xmlns:a16="http://schemas.microsoft.com/office/drawing/2014/main" id="{4754D44E-0F4A-7D5B-2317-B17DB597FC0F}"/>
              </a:ext>
            </a:extLst>
          </p:cNvPr>
          <p:cNvSpPr>
            <a:spLocks noGrp="1"/>
          </p:cNvSpPr>
          <p:nvPr>
            <p:ph type="subTitle" idx="1" hasCustomPrompt="1"/>
          </p:nvPr>
        </p:nvSpPr>
        <p:spPr>
          <a:xfrm>
            <a:off x="356886" y="3348013"/>
            <a:ext cx="3435125"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9484819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4" y="380944"/>
            <a:ext cx="765893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5382963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1288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3348013"/>
            <a:ext cx="5354942"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0306577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7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477116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6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losing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9"/>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4" name="Footer Placeholder 4">
            <a:extLst>
              <a:ext uri="{FF2B5EF4-FFF2-40B4-BE49-F238E27FC236}">
                <a16:creationId xmlns:a16="http://schemas.microsoft.com/office/drawing/2014/main" id="{06702A48-5753-3E14-3FD3-D1CE9D33592F}"/>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1999477"/>
            <a:ext cx="1304767" cy="478341"/>
          </a:xfrm>
          <a:prstGeom prst="rect">
            <a:avLst/>
          </a:prstGeom>
        </p:spPr>
      </p:pic>
    </p:spTree>
    <p:extLst>
      <p:ext uri="{BB962C8B-B14F-4D97-AF65-F5344CB8AC3E}">
        <p14:creationId xmlns:p14="http://schemas.microsoft.com/office/powerpoint/2010/main" val="3500702819"/>
      </p:ext>
    </p:extLst>
  </p:cSld>
  <p:clrMapOvr>
    <a:masterClrMapping/>
  </p:clrMapOvr>
  <p:extLst>
    <p:ext uri="{DCECCB84-F9BA-43D5-87BE-67443E8EF086}">
      <p15:sldGuideLst xmlns:p15="http://schemas.microsoft.com/office/powerpoint/2012/main">
        <p15:guide id="3" pos="257" userDrawn="1">
          <p15:clr>
            <a:srgbClr val="FBAE40"/>
          </p15:clr>
        </p15:guide>
        <p15:guide id="4" pos="11158">
          <p15:clr>
            <a:srgbClr val="FBAE40"/>
          </p15:clr>
        </p15:guide>
        <p15:guide id="5" orient="horz" pos="5758">
          <p15:clr>
            <a:srgbClr val="FBAE40"/>
          </p15:clr>
        </p15:guide>
        <p15:guide id="6" pos="7469" userDrawn="1">
          <p15:clr>
            <a:srgbClr val="FBAE40"/>
          </p15:clr>
        </p15:guide>
        <p15:guide id="7"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losing Slide_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28D50E2-6D26-C8D0-7C31-CA6CF0D85A73}"/>
              </a:ext>
            </a:extLst>
          </p:cNvPr>
          <p:cNvSpPr>
            <a:spLocks noGrp="1"/>
          </p:cNvSpPr>
          <p:nvPr>
            <p:ph type="pic" sz="quarter" idx="13" hasCustomPrompt="1"/>
          </p:nvPr>
        </p:nvSpPr>
        <p:spPr>
          <a:xfrm>
            <a:off x="389467" y="380944"/>
            <a:ext cx="11419200"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6" name="Graphic 5">
            <a:extLst>
              <a:ext uri="{FF2B5EF4-FFF2-40B4-BE49-F238E27FC236}">
                <a16:creationId xmlns:a16="http://schemas.microsoft.com/office/drawing/2014/main" id="{A6C50326-C92D-5471-3FE5-470645DC9E2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3" name="Footer Placeholder 4">
            <a:extLst>
              <a:ext uri="{FF2B5EF4-FFF2-40B4-BE49-F238E27FC236}">
                <a16:creationId xmlns:a16="http://schemas.microsoft.com/office/drawing/2014/main" id="{48F20EB7-D30A-BDB8-523C-E836739B317D}"/>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29091995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Closing Slide_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5" name="Graphic 4">
            <a:extLst>
              <a:ext uri="{FF2B5EF4-FFF2-40B4-BE49-F238E27FC236}">
                <a16:creationId xmlns:a16="http://schemas.microsoft.com/office/drawing/2014/main" id="{369F945E-5ED8-AC85-1513-90DF82F0C90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Footer Placeholder 4">
            <a:extLst>
              <a:ext uri="{FF2B5EF4-FFF2-40B4-BE49-F238E27FC236}">
                <a16:creationId xmlns:a16="http://schemas.microsoft.com/office/drawing/2014/main" id="{DB2A196C-E574-D45B-9959-4540ACE4E595}"/>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38744197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2" name="Graphic 1">
            <a:extLst>
              <a:ext uri="{FF2B5EF4-FFF2-40B4-BE49-F238E27FC236}">
                <a16:creationId xmlns:a16="http://schemas.microsoft.com/office/drawing/2014/main" id="{74BF9C1E-E4CB-55A7-B9E3-E7FA99245F3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Footer Placeholder 4">
            <a:extLst>
              <a:ext uri="{FF2B5EF4-FFF2-40B4-BE49-F238E27FC236}">
                <a16:creationId xmlns:a16="http://schemas.microsoft.com/office/drawing/2014/main" id="{E8735C17-CAE8-F301-4DA4-C309BE5E9017}"/>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573708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0"/>
            <a:ext cx="11419200" cy="6095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Graphic 6">
            <a:extLst>
              <a:ext uri="{FF2B5EF4-FFF2-40B4-BE49-F238E27FC236}">
                <a16:creationId xmlns:a16="http://schemas.microsoft.com/office/drawing/2014/main" id="{1F86FAA6-8B8F-4440-844F-06131C176D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450142" y="3054227"/>
            <a:ext cx="1291719" cy="478341"/>
          </a:xfrm>
          <a:prstGeom prst="rect">
            <a:avLst/>
          </a:prstGeom>
        </p:spPr>
      </p:pic>
    </p:spTree>
    <p:extLst>
      <p:ext uri="{BB962C8B-B14F-4D97-AF65-F5344CB8AC3E}">
        <p14:creationId xmlns:p14="http://schemas.microsoft.com/office/powerpoint/2010/main" val="12246371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2957-D1F8-4D83-A8A9-E4530B0BA0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2521CB7-0B76-47E8-907D-FB97B873E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E39953A-08B8-40A2-A684-DA7F1F3E8DC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173C34BC-E7D2-4F82-A84B-CB189B14BE43}"/>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CAE5776-139D-4092-AB22-3A24CE548FB7}"/>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32277709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3" name="Picture Placeholder 62">
            <a:extLst>
              <a:ext uri="{FF2B5EF4-FFF2-40B4-BE49-F238E27FC236}">
                <a16:creationId xmlns:a16="http://schemas.microsoft.com/office/drawing/2014/main" id="{331EE4D6-C6CB-46DD-9B81-9EBC0D439D8A}"/>
              </a:ext>
            </a:extLst>
          </p:cNvPr>
          <p:cNvSpPr>
            <a:spLocks noGrp="1"/>
          </p:cNvSpPr>
          <p:nvPr>
            <p:ph type="pic" sz="quarter" idx="14" hasCustomPrompt="1"/>
          </p:nvPr>
        </p:nvSpPr>
        <p:spPr>
          <a:xfrm>
            <a:off x="1537626" y="1727308"/>
            <a:ext cx="1107920" cy="773005"/>
          </a:xfrm>
          <a:noFill/>
        </p:spPr>
        <p:txBody>
          <a:bodyPr/>
          <a:lstStyle>
            <a:lvl1pPr marL="0" indent="0" algn="ctr">
              <a:buNone/>
              <a:defRPr>
                <a:solidFill>
                  <a:srgbClr val="002C77"/>
                </a:solidFill>
              </a:defRPr>
            </a:lvl1pPr>
          </a:lstStyle>
          <a:p>
            <a:r>
              <a:rPr lang="en-GB" dirty="0"/>
              <a:t>Add an icon</a:t>
            </a:r>
          </a:p>
        </p:txBody>
      </p:sp>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cxnSp>
        <p:nvCxnSpPr>
          <p:cNvPr id="38" name="Straight Connector 37">
            <a:extLst>
              <a:ext uri="{FF2B5EF4-FFF2-40B4-BE49-F238E27FC236}">
                <a16:creationId xmlns:a16="http://schemas.microsoft.com/office/drawing/2014/main" id="{339B0E2B-FEED-4EEA-9F54-AC4164667E0F}"/>
              </a:ext>
            </a:extLst>
          </p:cNvPr>
          <p:cNvCxnSpPr/>
          <p:nvPr userDrawn="1"/>
        </p:nvCxnSpPr>
        <p:spPr>
          <a:xfrm>
            <a:off x="5181823"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6A5CD2-1570-4307-8FE5-0CB1E77D0210}"/>
              </a:ext>
            </a:extLst>
          </p:cNvPr>
          <p:cNvCxnSpPr/>
          <p:nvPr userDrawn="1"/>
        </p:nvCxnSpPr>
        <p:spPr>
          <a:xfrm>
            <a:off x="9045515"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CC497B-CF59-4FA7-B7EF-05549A2D75DF}"/>
              </a:ext>
            </a:extLst>
          </p:cNvPr>
          <p:cNvCxnSpPr/>
          <p:nvPr userDrawn="1"/>
        </p:nvCxnSpPr>
        <p:spPr>
          <a:xfrm>
            <a:off x="1151380"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64BA2B-26B7-4BCB-B092-663682E81928}"/>
              </a:ext>
            </a:extLst>
          </p:cNvPr>
          <p:cNvCxnSpPr/>
          <p:nvPr userDrawn="1"/>
        </p:nvCxnSpPr>
        <p:spPr>
          <a:xfrm>
            <a:off x="5181823"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8DEFD73-7700-4CF6-9804-A427AA291967}"/>
              </a:ext>
            </a:extLst>
          </p:cNvPr>
          <p:cNvCxnSpPr/>
          <p:nvPr userDrawn="1"/>
        </p:nvCxnSpPr>
        <p:spPr>
          <a:xfrm>
            <a:off x="9045515"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BAE3034-E290-4AE1-9931-A03D28A8793F}"/>
              </a:ext>
            </a:extLst>
          </p:cNvPr>
          <p:cNvCxnSpPr/>
          <p:nvPr userDrawn="1"/>
        </p:nvCxnSpPr>
        <p:spPr>
          <a:xfrm>
            <a:off x="1151380"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64" name="Picture Placeholder 62">
            <a:extLst>
              <a:ext uri="{FF2B5EF4-FFF2-40B4-BE49-F238E27FC236}">
                <a16:creationId xmlns:a16="http://schemas.microsoft.com/office/drawing/2014/main" id="{1D7B62DD-C58E-4CC9-9E58-256AB79E2B56}"/>
              </a:ext>
            </a:extLst>
          </p:cNvPr>
          <p:cNvSpPr>
            <a:spLocks noGrp="1"/>
          </p:cNvSpPr>
          <p:nvPr>
            <p:ph type="pic" sz="quarter" idx="15" hasCustomPrompt="1"/>
          </p:nvPr>
        </p:nvSpPr>
        <p:spPr>
          <a:xfrm>
            <a:off x="5542040" y="1727308"/>
            <a:ext cx="1107920" cy="773005"/>
          </a:xfrm>
          <a:noFill/>
        </p:spPr>
        <p:txBody>
          <a:bodyPr/>
          <a:lstStyle>
            <a:lvl1pPr marL="0" indent="0" algn="ctr">
              <a:buNone/>
              <a:defRPr>
                <a:solidFill>
                  <a:srgbClr val="002C77"/>
                </a:solidFill>
              </a:defRPr>
            </a:lvl1pPr>
          </a:lstStyle>
          <a:p>
            <a:r>
              <a:rPr lang="en-GB" dirty="0"/>
              <a:t>Add an icon</a:t>
            </a:r>
          </a:p>
        </p:txBody>
      </p:sp>
      <p:sp>
        <p:nvSpPr>
          <p:cNvPr id="65" name="Picture Placeholder 62">
            <a:extLst>
              <a:ext uri="{FF2B5EF4-FFF2-40B4-BE49-F238E27FC236}">
                <a16:creationId xmlns:a16="http://schemas.microsoft.com/office/drawing/2014/main" id="{EC3C802E-DC98-417A-8D0E-AEAB4792B30B}"/>
              </a:ext>
            </a:extLst>
          </p:cNvPr>
          <p:cNvSpPr>
            <a:spLocks noGrp="1"/>
          </p:cNvSpPr>
          <p:nvPr>
            <p:ph type="pic" sz="quarter" idx="16" hasCustomPrompt="1"/>
          </p:nvPr>
        </p:nvSpPr>
        <p:spPr>
          <a:xfrm>
            <a:off x="9391555" y="1727308"/>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6" name="Picture Placeholder 62">
            <a:extLst>
              <a:ext uri="{FF2B5EF4-FFF2-40B4-BE49-F238E27FC236}">
                <a16:creationId xmlns:a16="http://schemas.microsoft.com/office/drawing/2014/main" id="{B7729406-A95D-4E1A-B28B-BDF7A84125F3}"/>
              </a:ext>
            </a:extLst>
          </p:cNvPr>
          <p:cNvSpPr>
            <a:spLocks noGrp="1"/>
          </p:cNvSpPr>
          <p:nvPr>
            <p:ph type="pic" sz="quarter" idx="17" hasCustomPrompt="1"/>
          </p:nvPr>
        </p:nvSpPr>
        <p:spPr>
          <a:xfrm>
            <a:off x="1537626"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7" name="Picture Placeholder 62">
            <a:extLst>
              <a:ext uri="{FF2B5EF4-FFF2-40B4-BE49-F238E27FC236}">
                <a16:creationId xmlns:a16="http://schemas.microsoft.com/office/drawing/2014/main" id="{CA0C7B36-2CCB-40E0-99FD-471231F9F48E}"/>
              </a:ext>
            </a:extLst>
          </p:cNvPr>
          <p:cNvSpPr>
            <a:spLocks noGrp="1"/>
          </p:cNvSpPr>
          <p:nvPr>
            <p:ph type="pic" sz="quarter" idx="18" hasCustomPrompt="1"/>
          </p:nvPr>
        </p:nvSpPr>
        <p:spPr>
          <a:xfrm>
            <a:off x="5542040"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8" name="Picture Placeholder 62">
            <a:extLst>
              <a:ext uri="{FF2B5EF4-FFF2-40B4-BE49-F238E27FC236}">
                <a16:creationId xmlns:a16="http://schemas.microsoft.com/office/drawing/2014/main" id="{A8D9687C-F28C-4214-99D9-9AABF1C59CAD}"/>
              </a:ext>
            </a:extLst>
          </p:cNvPr>
          <p:cNvSpPr>
            <a:spLocks noGrp="1"/>
          </p:cNvSpPr>
          <p:nvPr>
            <p:ph type="pic" sz="quarter" idx="19" hasCustomPrompt="1"/>
          </p:nvPr>
        </p:nvSpPr>
        <p:spPr>
          <a:xfrm>
            <a:off x="9391555"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70" name="Text Placeholder 69">
            <a:extLst>
              <a:ext uri="{FF2B5EF4-FFF2-40B4-BE49-F238E27FC236}">
                <a16:creationId xmlns:a16="http://schemas.microsoft.com/office/drawing/2014/main" id="{BFE1453B-E7CF-4073-830B-ED270D48AC45}"/>
              </a:ext>
            </a:extLst>
          </p:cNvPr>
          <p:cNvSpPr>
            <a:spLocks noGrp="1"/>
          </p:cNvSpPr>
          <p:nvPr>
            <p:ph type="body" sz="quarter" idx="20" hasCustomPrompt="1"/>
          </p:nvPr>
        </p:nvSpPr>
        <p:spPr>
          <a:xfrm>
            <a:off x="685370" y="2593975"/>
            <a:ext cx="2812432" cy="744538"/>
          </a:xfrm>
        </p:spPr>
        <p:txBody>
          <a:bodyPr/>
          <a:lstStyle>
            <a:lvl1pPr marL="0" indent="0" algn="ctr">
              <a:buNone/>
              <a:defRPr/>
            </a:lvl1pPr>
          </a:lstStyle>
          <a:p>
            <a:pPr lvl="0"/>
            <a:r>
              <a:rPr lang="en-US" dirty="0"/>
              <a:t>Click to add description</a:t>
            </a:r>
          </a:p>
        </p:txBody>
      </p:sp>
      <p:sp>
        <p:nvSpPr>
          <p:cNvPr id="71" name="Text Placeholder 69">
            <a:extLst>
              <a:ext uri="{FF2B5EF4-FFF2-40B4-BE49-F238E27FC236}">
                <a16:creationId xmlns:a16="http://schemas.microsoft.com/office/drawing/2014/main" id="{7030B450-7373-4001-82AD-C804A8696B21}"/>
              </a:ext>
            </a:extLst>
          </p:cNvPr>
          <p:cNvSpPr>
            <a:spLocks noGrp="1"/>
          </p:cNvSpPr>
          <p:nvPr>
            <p:ph type="body" sz="quarter" idx="21" hasCustomPrompt="1"/>
          </p:nvPr>
        </p:nvSpPr>
        <p:spPr>
          <a:xfrm>
            <a:off x="4675607" y="2593975"/>
            <a:ext cx="2812432" cy="744538"/>
          </a:xfrm>
        </p:spPr>
        <p:txBody>
          <a:bodyPr/>
          <a:lstStyle>
            <a:lvl1pPr marL="0" indent="0" algn="ctr">
              <a:buNone/>
              <a:defRPr/>
            </a:lvl1pPr>
          </a:lstStyle>
          <a:p>
            <a:pPr lvl="0"/>
            <a:r>
              <a:rPr lang="en-US" dirty="0"/>
              <a:t>Click to add description</a:t>
            </a:r>
          </a:p>
        </p:txBody>
      </p:sp>
      <p:sp>
        <p:nvSpPr>
          <p:cNvPr id="72" name="Text Placeholder 69">
            <a:extLst>
              <a:ext uri="{FF2B5EF4-FFF2-40B4-BE49-F238E27FC236}">
                <a16:creationId xmlns:a16="http://schemas.microsoft.com/office/drawing/2014/main" id="{789681D9-89C9-4720-8C17-A29C886CDAB5}"/>
              </a:ext>
            </a:extLst>
          </p:cNvPr>
          <p:cNvSpPr>
            <a:spLocks noGrp="1"/>
          </p:cNvSpPr>
          <p:nvPr>
            <p:ph type="body" sz="quarter" idx="22" hasCustomPrompt="1"/>
          </p:nvPr>
        </p:nvSpPr>
        <p:spPr>
          <a:xfrm>
            <a:off x="8665844" y="2593975"/>
            <a:ext cx="2812432" cy="744538"/>
          </a:xfrm>
        </p:spPr>
        <p:txBody>
          <a:bodyPr/>
          <a:lstStyle>
            <a:lvl1pPr marL="0" indent="0" algn="ctr">
              <a:buNone/>
              <a:defRPr/>
            </a:lvl1pPr>
          </a:lstStyle>
          <a:p>
            <a:pPr lvl="0"/>
            <a:r>
              <a:rPr lang="en-US" dirty="0"/>
              <a:t>Click to add description</a:t>
            </a:r>
          </a:p>
        </p:txBody>
      </p:sp>
      <p:sp>
        <p:nvSpPr>
          <p:cNvPr id="73" name="Text Placeholder 69">
            <a:extLst>
              <a:ext uri="{FF2B5EF4-FFF2-40B4-BE49-F238E27FC236}">
                <a16:creationId xmlns:a16="http://schemas.microsoft.com/office/drawing/2014/main" id="{081B4CC2-DC16-4A54-B871-9FEE4CF7EF4D}"/>
              </a:ext>
            </a:extLst>
          </p:cNvPr>
          <p:cNvSpPr>
            <a:spLocks noGrp="1"/>
          </p:cNvSpPr>
          <p:nvPr>
            <p:ph type="body" sz="quarter" idx="23" hasCustomPrompt="1"/>
          </p:nvPr>
        </p:nvSpPr>
        <p:spPr>
          <a:xfrm>
            <a:off x="685370" y="4848969"/>
            <a:ext cx="2812432" cy="744538"/>
          </a:xfrm>
        </p:spPr>
        <p:txBody>
          <a:bodyPr/>
          <a:lstStyle>
            <a:lvl1pPr marL="0" indent="0" algn="ctr">
              <a:buNone/>
              <a:defRPr/>
            </a:lvl1pPr>
          </a:lstStyle>
          <a:p>
            <a:pPr lvl="0"/>
            <a:r>
              <a:rPr lang="en-US" dirty="0"/>
              <a:t>Click to add description</a:t>
            </a:r>
          </a:p>
        </p:txBody>
      </p:sp>
      <p:sp>
        <p:nvSpPr>
          <p:cNvPr id="74" name="Text Placeholder 69">
            <a:extLst>
              <a:ext uri="{FF2B5EF4-FFF2-40B4-BE49-F238E27FC236}">
                <a16:creationId xmlns:a16="http://schemas.microsoft.com/office/drawing/2014/main" id="{6046AF4B-3995-49C3-8B0C-A006BA4C3FBA}"/>
              </a:ext>
            </a:extLst>
          </p:cNvPr>
          <p:cNvSpPr>
            <a:spLocks noGrp="1"/>
          </p:cNvSpPr>
          <p:nvPr>
            <p:ph type="body" sz="quarter" idx="24" hasCustomPrompt="1"/>
          </p:nvPr>
        </p:nvSpPr>
        <p:spPr>
          <a:xfrm>
            <a:off x="4675607" y="4848969"/>
            <a:ext cx="2812432" cy="744538"/>
          </a:xfrm>
        </p:spPr>
        <p:txBody>
          <a:bodyPr/>
          <a:lstStyle>
            <a:lvl1pPr marL="0" indent="0" algn="ctr">
              <a:buNone/>
              <a:defRPr/>
            </a:lvl1pPr>
          </a:lstStyle>
          <a:p>
            <a:pPr lvl="0"/>
            <a:r>
              <a:rPr lang="en-US" dirty="0"/>
              <a:t>Click to add description</a:t>
            </a:r>
          </a:p>
        </p:txBody>
      </p:sp>
      <p:sp>
        <p:nvSpPr>
          <p:cNvPr id="75" name="Text Placeholder 69">
            <a:extLst>
              <a:ext uri="{FF2B5EF4-FFF2-40B4-BE49-F238E27FC236}">
                <a16:creationId xmlns:a16="http://schemas.microsoft.com/office/drawing/2014/main" id="{CFB51604-32D9-4DC0-A358-B600FC11549E}"/>
              </a:ext>
            </a:extLst>
          </p:cNvPr>
          <p:cNvSpPr>
            <a:spLocks noGrp="1"/>
          </p:cNvSpPr>
          <p:nvPr>
            <p:ph type="body" sz="quarter" idx="25" hasCustomPrompt="1"/>
          </p:nvPr>
        </p:nvSpPr>
        <p:spPr>
          <a:xfrm>
            <a:off x="8665844" y="4848969"/>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8894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25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250"/>
                                        <p:tgtEl>
                                          <p:spTgt spid="5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
                                            <p:txEl>
                                              <p:pRg st="0" end="0"/>
                                            </p:txEl>
                                          </p:spTgt>
                                        </p:tgtEl>
                                        <p:attrNameLst>
                                          <p:attrName>style.visibility</p:attrName>
                                        </p:attrNameLst>
                                      </p:cBhvr>
                                      <p:to>
                                        <p:strVal val="visible"/>
                                      </p:to>
                                    </p:set>
                                    <p:animEffect transition="in" filter="fade">
                                      <p:cBhvr>
                                        <p:cTn id="16" dur="250"/>
                                        <p:tgtEl>
                                          <p:spTgt spid="70">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fade">
                                      <p:cBhvr>
                                        <p:cTn id="20" dur="250"/>
                                        <p:tgtEl>
                                          <p:spTgt spid="6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
                                            <p:txEl>
                                              <p:pRg st="0" end="0"/>
                                            </p:txEl>
                                          </p:spTgt>
                                        </p:tgtEl>
                                        <p:attrNameLst>
                                          <p:attrName>style.visibility</p:attrName>
                                        </p:attrNameLst>
                                      </p:cBhvr>
                                      <p:to>
                                        <p:strVal val="visible"/>
                                      </p:to>
                                    </p:set>
                                    <p:animEffect transition="in" filter="fade">
                                      <p:cBhvr>
                                        <p:cTn id="23" dur="250"/>
                                        <p:tgtEl>
                                          <p:spTgt spid="71">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250"/>
                                        <p:tgtEl>
                                          <p:spTgt spid="38"/>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250"/>
                                        <p:tgtEl>
                                          <p:spTgt spid="6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2">
                                            <p:txEl>
                                              <p:pRg st="0" end="0"/>
                                            </p:txEl>
                                          </p:spTgt>
                                        </p:tgtEl>
                                        <p:attrNameLst>
                                          <p:attrName>style.visibility</p:attrName>
                                        </p:attrNameLst>
                                      </p:cBhvr>
                                      <p:to>
                                        <p:strVal val="visible"/>
                                      </p:to>
                                    </p:set>
                                    <p:animEffect transition="in" filter="fade">
                                      <p:cBhvr>
                                        <p:cTn id="33" dur="250"/>
                                        <p:tgtEl>
                                          <p:spTgt spid="72">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250"/>
                                        <p:tgtEl>
                                          <p:spTgt spid="42"/>
                                        </p:tgtEl>
                                      </p:cBhvr>
                                    </p:animEffect>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250"/>
                                        <p:tgtEl>
                                          <p:spTgt spid="6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3">
                                            <p:txEl>
                                              <p:pRg st="0" end="0"/>
                                            </p:txEl>
                                          </p:spTgt>
                                        </p:tgtEl>
                                        <p:attrNameLst>
                                          <p:attrName>style.visibility</p:attrName>
                                        </p:attrNameLst>
                                      </p:cBhvr>
                                      <p:to>
                                        <p:strVal val="visible"/>
                                      </p:to>
                                    </p:set>
                                    <p:animEffect transition="in" filter="fade">
                                      <p:cBhvr>
                                        <p:cTn id="43" dur="250"/>
                                        <p:tgtEl>
                                          <p:spTgt spid="73">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250"/>
                                        <p:tgtEl>
                                          <p:spTgt spid="46"/>
                                        </p:tgtEl>
                                      </p:cBhvr>
                                    </p:animEffect>
                                  </p:childTnLst>
                                </p:cTn>
                              </p:par>
                            </p:childTnLst>
                          </p:cTn>
                        </p:par>
                        <p:par>
                          <p:cTn id="47" fill="hold">
                            <p:stCondLst>
                              <p:cond delay="1250"/>
                            </p:stCondLst>
                            <p:childTnLst>
                              <p:par>
                                <p:cTn id="48" presetID="10" presetClass="entr" presetSubtype="0" fill="hold" grpId="0" nodeType="after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fade">
                                      <p:cBhvr>
                                        <p:cTn id="50" dur="250"/>
                                        <p:tgtEl>
                                          <p:spTgt spid="6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4">
                                            <p:txEl>
                                              <p:pRg st="0" end="0"/>
                                            </p:txEl>
                                          </p:spTgt>
                                        </p:tgtEl>
                                        <p:attrNameLst>
                                          <p:attrName>style.visibility</p:attrName>
                                        </p:attrNameLst>
                                      </p:cBhvr>
                                      <p:to>
                                        <p:strVal val="visible"/>
                                      </p:to>
                                    </p:set>
                                    <p:animEffect transition="in" filter="fade">
                                      <p:cBhvr>
                                        <p:cTn id="53" dur="250"/>
                                        <p:tgtEl>
                                          <p:spTgt spid="74">
                                            <p:txEl>
                                              <p:pRg st="0" end="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250"/>
                                        <p:tgtEl>
                                          <p:spTgt spid="50"/>
                                        </p:tgtEl>
                                      </p:cBhvr>
                                    </p:animEffec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25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5">
                                            <p:txEl>
                                              <p:pRg st="0" end="0"/>
                                            </p:txEl>
                                          </p:spTgt>
                                        </p:tgtEl>
                                        <p:attrNameLst>
                                          <p:attrName>style.visibility</p:attrName>
                                        </p:attrNameLst>
                                      </p:cBhvr>
                                      <p:to>
                                        <p:strVal val="visible"/>
                                      </p:to>
                                    </p:set>
                                    <p:animEffect transition="in" filter="fade">
                                      <p:cBhvr>
                                        <p:cTn id="63" dur="250"/>
                                        <p:tgtEl>
                                          <p:spTgt spid="75">
                                            <p:txEl>
                                              <p:pRg st="0" end="0"/>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64" grpId="0"/>
      <p:bldP spid="65" grpId="0"/>
      <p:bldP spid="66" grpId="0"/>
      <p:bldP spid="67" grpId="0"/>
      <p:bldP spid="68" grpId="0"/>
      <p:bldP spid="70" grpId="0" build="p">
        <p:tmplLst>
          <p:tmpl lvl="1">
            <p:tnLst>
              <p:par>
                <p:cTn presetID="10" presetClass="entr" presetSubtype="0" fill="hold" nodeType="withEffect">
                  <p:stCondLst>
                    <p:cond delay="0"/>
                  </p:stCondLst>
                  <p:childTnLst>
                    <p:set>
                      <p:cBhvr>
                        <p:cTn dur="1" fill="hold">
                          <p:stCondLst>
                            <p:cond delay="0"/>
                          </p:stCondLst>
                        </p:cTn>
                        <p:tgtEl>
                          <p:spTgt spid="70"/>
                        </p:tgtEl>
                        <p:attrNameLst>
                          <p:attrName>style.visibility</p:attrName>
                        </p:attrNameLst>
                      </p:cBhvr>
                      <p:to>
                        <p:strVal val="visible"/>
                      </p:to>
                    </p:set>
                    <p:animEffect transition="in" filter="fade">
                      <p:cBhvr>
                        <p:cTn dur="250"/>
                        <p:tgtEl>
                          <p:spTgt spid="70"/>
                        </p:tgtEl>
                      </p:cBhvr>
                    </p:animEffect>
                  </p:childTnLst>
                </p:cTn>
              </p:par>
            </p:tnLst>
          </p:tmpl>
        </p:tmplLst>
      </p:bldP>
      <p:bldP spid="71" grpId="0" build="p"/>
      <p:bldP spid="72" grpId="0" build="p"/>
      <p:bldP spid="73" grpId="0" build="p"/>
      <p:bldP spid="74" grpId="0" build="p"/>
      <p:bldP spid="75" grpId="0" bui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25" name="Picture Placeholder 62">
            <a:extLst>
              <a:ext uri="{FF2B5EF4-FFF2-40B4-BE49-F238E27FC236}">
                <a16:creationId xmlns:a16="http://schemas.microsoft.com/office/drawing/2014/main" id="{7FB27108-0AE7-43DB-8B4D-D6869E415DC6}"/>
              </a:ext>
            </a:extLst>
          </p:cNvPr>
          <p:cNvSpPr>
            <a:spLocks noGrp="1"/>
          </p:cNvSpPr>
          <p:nvPr>
            <p:ph type="pic" sz="quarter" idx="14" hasCustomPrompt="1"/>
          </p:nvPr>
        </p:nvSpPr>
        <p:spPr>
          <a:xfrm>
            <a:off x="1537626" y="3042497"/>
            <a:ext cx="1107920" cy="773005"/>
          </a:xfrm>
          <a:noFill/>
        </p:spPr>
        <p:txBody>
          <a:bodyPr/>
          <a:lstStyle>
            <a:lvl1pPr marL="0" indent="0" algn="ctr">
              <a:buNone/>
              <a:defRPr>
                <a:solidFill>
                  <a:srgbClr val="002C77"/>
                </a:solidFill>
              </a:defRPr>
            </a:lvl1pPr>
          </a:lstStyle>
          <a:p>
            <a:r>
              <a:rPr lang="en-GB" dirty="0"/>
              <a:t>Add an icon</a:t>
            </a:r>
          </a:p>
        </p:txBody>
      </p:sp>
      <p:cxnSp>
        <p:nvCxnSpPr>
          <p:cNvPr id="26" name="Straight Connector 25">
            <a:extLst>
              <a:ext uri="{FF2B5EF4-FFF2-40B4-BE49-F238E27FC236}">
                <a16:creationId xmlns:a16="http://schemas.microsoft.com/office/drawing/2014/main" id="{B2E6DFBD-1B42-4A6C-8E11-80B1E7209507}"/>
              </a:ext>
            </a:extLst>
          </p:cNvPr>
          <p:cNvCxnSpPr/>
          <p:nvPr userDrawn="1"/>
        </p:nvCxnSpPr>
        <p:spPr>
          <a:xfrm>
            <a:off x="5181823"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855F836-257C-43F7-92F6-39F3DF030BC0}"/>
              </a:ext>
            </a:extLst>
          </p:cNvPr>
          <p:cNvCxnSpPr/>
          <p:nvPr userDrawn="1"/>
        </p:nvCxnSpPr>
        <p:spPr>
          <a:xfrm>
            <a:off x="9045515"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6D6CDA-D5A2-4697-9F74-47FBC3829D33}"/>
              </a:ext>
            </a:extLst>
          </p:cNvPr>
          <p:cNvCxnSpPr/>
          <p:nvPr userDrawn="1"/>
        </p:nvCxnSpPr>
        <p:spPr>
          <a:xfrm>
            <a:off x="1151380"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29" name="Picture Placeholder 62">
            <a:extLst>
              <a:ext uri="{FF2B5EF4-FFF2-40B4-BE49-F238E27FC236}">
                <a16:creationId xmlns:a16="http://schemas.microsoft.com/office/drawing/2014/main" id="{80596D57-4E64-45DA-ABAD-AD295E7D1E8F}"/>
              </a:ext>
            </a:extLst>
          </p:cNvPr>
          <p:cNvSpPr>
            <a:spLocks noGrp="1"/>
          </p:cNvSpPr>
          <p:nvPr>
            <p:ph type="pic" sz="quarter" idx="15" hasCustomPrompt="1"/>
          </p:nvPr>
        </p:nvSpPr>
        <p:spPr>
          <a:xfrm>
            <a:off x="5542040"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0" name="Picture Placeholder 62">
            <a:extLst>
              <a:ext uri="{FF2B5EF4-FFF2-40B4-BE49-F238E27FC236}">
                <a16:creationId xmlns:a16="http://schemas.microsoft.com/office/drawing/2014/main" id="{F13A5D06-69CC-4F22-A92C-AE9CE3B35333}"/>
              </a:ext>
            </a:extLst>
          </p:cNvPr>
          <p:cNvSpPr>
            <a:spLocks noGrp="1"/>
          </p:cNvSpPr>
          <p:nvPr>
            <p:ph type="pic" sz="quarter" idx="16" hasCustomPrompt="1"/>
          </p:nvPr>
        </p:nvSpPr>
        <p:spPr>
          <a:xfrm>
            <a:off x="9391555"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1" name="Text Placeholder 69">
            <a:extLst>
              <a:ext uri="{FF2B5EF4-FFF2-40B4-BE49-F238E27FC236}">
                <a16:creationId xmlns:a16="http://schemas.microsoft.com/office/drawing/2014/main" id="{A91601A4-8DCD-49D4-8AE2-A9487BBFB257}"/>
              </a:ext>
            </a:extLst>
          </p:cNvPr>
          <p:cNvSpPr>
            <a:spLocks noGrp="1"/>
          </p:cNvSpPr>
          <p:nvPr>
            <p:ph type="body" sz="quarter" idx="20" hasCustomPrompt="1"/>
          </p:nvPr>
        </p:nvSpPr>
        <p:spPr>
          <a:xfrm>
            <a:off x="685370" y="3909164"/>
            <a:ext cx="2812432" cy="744538"/>
          </a:xfrm>
        </p:spPr>
        <p:txBody>
          <a:bodyPr/>
          <a:lstStyle>
            <a:lvl1pPr marL="0" indent="0" algn="ctr">
              <a:buNone/>
              <a:defRPr/>
            </a:lvl1pPr>
          </a:lstStyle>
          <a:p>
            <a:pPr lvl="0"/>
            <a:r>
              <a:rPr lang="en-US" dirty="0"/>
              <a:t>Click to add description</a:t>
            </a:r>
          </a:p>
        </p:txBody>
      </p:sp>
      <p:sp>
        <p:nvSpPr>
          <p:cNvPr id="32" name="Text Placeholder 69">
            <a:extLst>
              <a:ext uri="{FF2B5EF4-FFF2-40B4-BE49-F238E27FC236}">
                <a16:creationId xmlns:a16="http://schemas.microsoft.com/office/drawing/2014/main" id="{7FA8F0E2-8311-4361-8086-0EC4D0BC1C22}"/>
              </a:ext>
            </a:extLst>
          </p:cNvPr>
          <p:cNvSpPr>
            <a:spLocks noGrp="1"/>
          </p:cNvSpPr>
          <p:nvPr>
            <p:ph type="body" sz="quarter" idx="21" hasCustomPrompt="1"/>
          </p:nvPr>
        </p:nvSpPr>
        <p:spPr>
          <a:xfrm>
            <a:off x="4675607" y="3909164"/>
            <a:ext cx="2812432" cy="744538"/>
          </a:xfrm>
        </p:spPr>
        <p:txBody>
          <a:bodyPr/>
          <a:lstStyle>
            <a:lvl1pPr marL="0" indent="0" algn="ctr">
              <a:buNone/>
              <a:defRPr/>
            </a:lvl1pPr>
          </a:lstStyle>
          <a:p>
            <a:pPr lvl="0"/>
            <a:r>
              <a:rPr lang="en-US" dirty="0"/>
              <a:t>Click to add description</a:t>
            </a:r>
          </a:p>
        </p:txBody>
      </p:sp>
      <p:sp>
        <p:nvSpPr>
          <p:cNvPr id="33" name="Text Placeholder 69">
            <a:extLst>
              <a:ext uri="{FF2B5EF4-FFF2-40B4-BE49-F238E27FC236}">
                <a16:creationId xmlns:a16="http://schemas.microsoft.com/office/drawing/2014/main" id="{7C1B3366-43D3-4B1E-A23E-1896244841C3}"/>
              </a:ext>
            </a:extLst>
          </p:cNvPr>
          <p:cNvSpPr>
            <a:spLocks noGrp="1"/>
          </p:cNvSpPr>
          <p:nvPr>
            <p:ph type="body" sz="quarter" idx="22" hasCustomPrompt="1"/>
          </p:nvPr>
        </p:nvSpPr>
        <p:spPr>
          <a:xfrm>
            <a:off x="8665844" y="3909164"/>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43551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25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xEl>
                                              <p:pRg st="0" end="0"/>
                                            </p:txEl>
                                          </p:spTgt>
                                        </p:tgtEl>
                                        <p:attrNameLst>
                                          <p:attrName>style.visibility</p:attrName>
                                        </p:attrNameLst>
                                      </p:cBhvr>
                                      <p:to>
                                        <p:strVal val="visible"/>
                                      </p:to>
                                    </p:set>
                                    <p:animEffect transition="in" filter="fade">
                                      <p:cBhvr>
                                        <p:cTn id="16" dur="250"/>
                                        <p:tgtEl>
                                          <p:spTgt spid="3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25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animEffect transition="in" filter="fade">
                                      <p:cBhvr>
                                        <p:cTn id="23" dur="250"/>
                                        <p:tgtEl>
                                          <p:spTgt spid="32">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250"/>
                                        <p:tgtEl>
                                          <p:spTgt spid="26"/>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xEl>
                                              <p:pRg st="0" end="0"/>
                                            </p:txEl>
                                          </p:spTgt>
                                        </p:tgtEl>
                                        <p:attrNameLst>
                                          <p:attrName>style.visibility</p:attrName>
                                        </p:attrNameLst>
                                      </p:cBhvr>
                                      <p:to>
                                        <p:strVal val="visible"/>
                                      </p:to>
                                    </p:set>
                                    <p:animEffect transition="in" filter="fade">
                                      <p:cBhvr>
                                        <p:cTn id="33" dur="250"/>
                                        <p:tgtEl>
                                          <p:spTgt spid="33">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25" grpId="0"/>
      <p:bldP spid="29" grpId="0"/>
      <p:bldP spid="30" grpId="0"/>
      <p:bldP spid="31" grpId="0" build="p">
        <p:tmplLst>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2" grpId="0" build="p"/>
      <p:bldP spid="33" grpId="0" bui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4E61AD-2C33-4707-9D27-D0F5AE011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332436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F05C-B75D-4DB0-BA04-FFD79C1C40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652ECE-B89B-451D-AAB3-55416C542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96EA6-BEDB-4160-90B1-8BBFBF52DE1F}"/>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99438A6F-0A53-49FA-B9DB-D3BD67DCCA01}"/>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4F7CD9CD-3589-4EDD-A762-A60E1977C6CA}"/>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59362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8BE2-9879-4EC1-8A60-C2D061A18C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115BC3-F0D6-410E-BA50-0FF4C95C39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03F89B-F41E-4E74-8311-3C0D0639B0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4B338C7-8D11-458E-B0E4-76A42ECC004D}"/>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689896F6-E364-49A8-8462-6FC93572FE6E}"/>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0C1E67C-D5C3-4E01-9DFC-07EBF56A151E}"/>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862251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1D2D-E857-439E-B45C-936C39D3E1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834F689-245A-4ED1-A96B-28D4E14F0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FB5BE-1754-4C73-85A2-E44CA0C6A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099FA27-5AA5-49A9-BC81-4B24D5755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B5D0AC-3C1B-40F0-A72A-F41BAE2278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2F3A0AE-0A91-4C78-8294-BC603CD115F1}"/>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8" name="Footer Placeholder 7">
            <a:extLst>
              <a:ext uri="{FF2B5EF4-FFF2-40B4-BE49-F238E27FC236}">
                <a16:creationId xmlns:a16="http://schemas.microsoft.com/office/drawing/2014/main" id="{53D27831-1EA4-4F07-AC5B-7986B6E74F5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9" name="Slide Number Placeholder 8">
            <a:extLst>
              <a:ext uri="{FF2B5EF4-FFF2-40B4-BE49-F238E27FC236}">
                <a16:creationId xmlns:a16="http://schemas.microsoft.com/office/drawing/2014/main" id="{BD919C61-ED9F-4A01-A566-37873D46D64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7052760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970A-2304-4223-B05C-F51CF2926E8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4CD726-0578-46F5-B3E1-F8411DFFF1C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4" name="Footer Placeholder 3">
            <a:extLst>
              <a:ext uri="{FF2B5EF4-FFF2-40B4-BE49-F238E27FC236}">
                <a16:creationId xmlns:a16="http://schemas.microsoft.com/office/drawing/2014/main" id="{2B6F0EEC-1D48-4E86-8AD7-F63005522920}"/>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6476204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EB3C2-20F5-42CE-BD4B-FD8A1C96182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3" name="Footer Placeholder 2">
            <a:extLst>
              <a:ext uri="{FF2B5EF4-FFF2-40B4-BE49-F238E27FC236}">
                <a16:creationId xmlns:a16="http://schemas.microsoft.com/office/drawing/2014/main" id="{E510C591-E614-40E1-AF26-6F90EED01FA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4" name="Slide Number Placeholder 3">
            <a:extLst>
              <a:ext uri="{FF2B5EF4-FFF2-40B4-BE49-F238E27FC236}">
                <a16:creationId xmlns:a16="http://schemas.microsoft.com/office/drawing/2014/main" id="{2FD7AA01-87B5-46B4-8A3D-9E7359A07EBD}"/>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37533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BBFB-8F25-4274-8818-778019E8C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E3A5DFD-5921-4BE6-8FD3-00777F8C1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DFCFE7-AF08-4F9B-A07D-199619EDE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7D94E-AA89-47A7-B95A-A830DCCC1F76}"/>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1D9F6848-F2BC-4513-866A-5743CFCC88B6}"/>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E72388BB-FB4E-46B6-A8FD-DA2C1E0BDBF3}"/>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181693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35CD-13B8-4DEC-B6E4-BC0623EA8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30BCE6-3121-4443-8097-259E55169B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79BF8F43-AFE5-4A7E-BF45-8F38468C5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84E2A-52B4-4AB2-8CF5-238EECC444D2}"/>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551955FA-0632-4971-9044-23AB962DDE1B}"/>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DC9EF11-90F2-4ED0-8D70-B86EDABEB7C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8047111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348B-D9CA-4FF0-A4DC-0A00C012CD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28E4FD-D156-4385-9D5F-154CE1C71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61F5B6-FFDD-4338-BA9A-C0EABE1F9CA5}"/>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835A685A-8E99-4CE7-A00A-03F237CB4B3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2F049CA9-B32E-4DCD-953E-8CB03A8FA5EB}"/>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042946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0F98F-50DA-4B3B-BC78-53E85B3C7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1A0EA9-4EB6-447B-A8B1-CDC58F4EC3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1B3330-9702-4A5E-9B18-EFF9DA493F3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5B1AD834-E2AE-45B6-8EE3-DFDA775B9C6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1F2B724F-5B33-4B68-935C-C842BE0935F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5504820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theme" Target="../theme/theme2.xml"/><Relationship Id="rId15"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EEBE83-9086-68AF-2457-497EE4BD3E31}"/>
              </a:ext>
            </a:extLst>
          </p:cNvPr>
          <p:cNvSpPr>
            <a:spLocks noGrp="1"/>
          </p:cNvSpPr>
          <p:nvPr>
            <p:ph type="dt" sz="half" idx="2"/>
          </p:nvPr>
        </p:nvSpPr>
        <p:spPr>
          <a:xfrm>
            <a:off x="367589" y="6399815"/>
            <a:ext cx="2743200" cy="365068"/>
          </a:xfrm>
          <a:prstGeom prst="rect">
            <a:avLst/>
          </a:prstGeom>
        </p:spPr>
        <p:txBody>
          <a:bodyPr vert="horz" lIns="91440" tIns="45720" rIns="91440" bIns="45720" rtlCol="0" anchor="ctr"/>
          <a:lstStyle>
            <a:lvl1pPr algn="l">
              <a:defRPr sz="800" b="1">
                <a:solidFill>
                  <a:schemeClr val="accent1"/>
                </a:solidFill>
              </a:defRPr>
            </a:lvl1pPr>
          </a:lstStyle>
          <a:p>
            <a:pPr defTabSz="304770"/>
            <a:endParaRPr lang="en-US">
              <a:solidFill>
                <a:srgbClr val="002C77"/>
              </a:solidFill>
            </a:endParaRPr>
          </a:p>
        </p:txBody>
      </p:sp>
      <p:sp>
        <p:nvSpPr>
          <p:cNvPr id="5" name="Footer Placeholder 4">
            <a:extLst>
              <a:ext uri="{FF2B5EF4-FFF2-40B4-BE49-F238E27FC236}">
                <a16:creationId xmlns:a16="http://schemas.microsoft.com/office/drawing/2014/main" id="{B8B090F6-5F84-36D7-2D31-1F6F5ED402C1}"/>
              </a:ext>
            </a:extLst>
          </p:cNvPr>
          <p:cNvSpPr>
            <a:spLocks noGrp="1"/>
          </p:cNvSpPr>
          <p:nvPr>
            <p:ph type="ftr" sz="quarter" idx="3"/>
          </p:nvPr>
        </p:nvSpPr>
        <p:spPr>
          <a:xfrm>
            <a:off x="4038600" y="6399815"/>
            <a:ext cx="4114800" cy="365068"/>
          </a:xfrm>
          <a:prstGeom prst="rect">
            <a:avLst/>
          </a:prstGeom>
        </p:spPr>
        <p:txBody>
          <a:bodyPr vert="horz" lIns="91440" tIns="45720" rIns="91440" bIns="45720" rtlCol="0" anchor="ctr"/>
          <a:lstStyle>
            <a:lvl1pPr algn="ctr">
              <a:defRPr sz="800" b="1">
                <a:solidFill>
                  <a:schemeClr val="accent1"/>
                </a:solidFill>
              </a:defRPr>
            </a:lvl1pPr>
          </a:lstStyle>
          <a:p>
            <a:pPr defTabSz="304770"/>
            <a:endParaRPr lang="en-US">
              <a:solidFill>
                <a:srgbClr val="002C77"/>
              </a:solidFill>
            </a:endParaRPr>
          </a:p>
        </p:txBody>
      </p:sp>
      <p:sp>
        <p:nvSpPr>
          <p:cNvPr id="6" name="Slide Number Placeholder 5">
            <a:extLst>
              <a:ext uri="{FF2B5EF4-FFF2-40B4-BE49-F238E27FC236}">
                <a16:creationId xmlns:a16="http://schemas.microsoft.com/office/drawing/2014/main" id="{45897E31-4D26-1628-F67E-61E73139CF79}"/>
              </a:ext>
            </a:extLst>
          </p:cNvPr>
          <p:cNvSpPr>
            <a:spLocks noGrp="1"/>
          </p:cNvSpPr>
          <p:nvPr>
            <p:ph type="sldNum" sz="quarter" idx="4"/>
          </p:nvPr>
        </p:nvSpPr>
        <p:spPr>
          <a:xfrm>
            <a:off x="9064800" y="6399815"/>
            <a:ext cx="2743200" cy="365068"/>
          </a:xfrm>
          <a:prstGeom prst="rect">
            <a:avLst/>
          </a:prstGeom>
        </p:spPr>
        <p:txBody>
          <a:bodyPr vert="horz" lIns="91440" tIns="45720" rIns="91440" bIns="45720" rtlCol="0" anchor="ctr"/>
          <a:lstStyle>
            <a:lvl1pPr algn="r">
              <a:defRPr sz="800" b="1">
                <a:solidFill>
                  <a:schemeClr val="accent1"/>
                </a:solidFill>
              </a:defRPr>
            </a:lvl1p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
        <p:nvSpPr>
          <p:cNvPr id="2" name="Title Placeholder 1">
            <a:extLst>
              <a:ext uri="{FF2B5EF4-FFF2-40B4-BE49-F238E27FC236}">
                <a16:creationId xmlns:a16="http://schemas.microsoft.com/office/drawing/2014/main" id="{39C850F6-5A57-0521-D120-D59958D3D59F}"/>
              </a:ext>
            </a:extLst>
          </p:cNvPr>
          <p:cNvSpPr>
            <a:spLocks noGrp="1"/>
          </p:cNvSpPr>
          <p:nvPr>
            <p:ph type="title"/>
          </p:nvPr>
        </p:nvSpPr>
        <p:spPr>
          <a:xfrm>
            <a:off x="381001" y="794327"/>
            <a:ext cx="10598217" cy="436733"/>
          </a:xfrm>
          <a:prstGeom prst="rect">
            <a:avLst/>
          </a:prstGeom>
        </p:spPr>
        <p:txBody>
          <a:bodyPr vert="horz" lIns="0" tIns="45720" rIns="0" bIns="45720" rtlCol="0" anchor="ctr">
            <a:noAutofit/>
          </a:bodyPr>
          <a:lstStyle/>
          <a:p>
            <a:r>
              <a:rPr lang="en-US"/>
              <a:t>Click to edit Master title style</a:t>
            </a:r>
          </a:p>
        </p:txBody>
      </p:sp>
      <p:sp>
        <p:nvSpPr>
          <p:cNvPr id="7" name="Text Placeholder 2">
            <a:extLst>
              <a:ext uri="{FF2B5EF4-FFF2-40B4-BE49-F238E27FC236}">
                <a16:creationId xmlns:a16="http://schemas.microsoft.com/office/drawing/2014/main" id="{B3509D7C-BA36-AD2E-0120-44597B0970C9}"/>
              </a:ext>
            </a:extLst>
          </p:cNvPr>
          <p:cNvSpPr>
            <a:spLocks noGrp="1"/>
          </p:cNvSpPr>
          <p:nvPr>
            <p:ph type="body" idx="1"/>
          </p:nvPr>
        </p:nvSpPr>
        <p:spPr>
          <a:xfrm>
            <a:off x="381000" y="1869314"/>
            <a:ext cx="11430000" cy="4132772"/>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9009392"/>
      </p:ext>
    </p:extLst>
  </p:cSld>
  <p:clrMap bg1="lt1" tx1="dk1" bg2="lt2" tx2="dk2" accent1="accent1" accent2="accent2" accent3="accent3" accent4="accent4" accent5="accent5" accent6="accent6" hlink="hlink" folHlink="folHlink"/>
  <p:sldLayoutIdLst>
    <p:sldLayoutId id="2147483807"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 id="2147483802" r:id="rId35"/>
    <p:sldLayoutId id="2147483803" r:id="rId36"/>
    <p:sldLayoutId id="2147483804" r:id="rId37"/>
    <p:sldLayoutId id="2147483805" r:id="rId38"/>
  </p:sldLayoutIdLst>
  <p:hf hdr="0" ftr="0" dt="0"/>
  <p:txStyles>
    <p:titleStyle>
      <a:lvl1pPr algn="l" defTabSz="609539"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0" indent="0" algn="l" defTabSz="609539" rtl="0" eaLnBrk="1" latinLnBrk="0" hangingPunct="1">
        <a:lnSpc>
          <a:spcPct val="90000"/>
        </a:lnSpc>
        <a:spcBef>
          <a:spcPts val="667"/>
        </a:spcBef>
        <a:buClr>
          <a:schemeClr val="accent1"/>
        </a:buClr>
        <a:buFont typeface="Arial" panose="020B0604020202020204" pitchFamily="34" charset="0"/>
        <a:buNone/>
        <a:defRPr sz="1400" b="1" kern="1200">
          <a:solidFill>
            <a:schemeClr val="accent1"/>
          </a:solidFill>
          <a:latin typeface="+mn-lt"/>
          <a:ea typeface="+mn-ea"/>
          <a:cs typeface="+mn-cs"/>
        </a:defRPr>
      </a:lvl1pPr>
      <a:lvl2pPr marL="0" indent="0" algn="l" defTabSz="609539" rtl="0" eaLnBrk="1" latinLnBrk="0" hangingPunct="1">
        <a:lnSpc>
          <a:spcPct val="100000"/>
        </a:lnSpc>
        <a:spcBef>
          <a:spcPts val="0"/>
        </a:spcBef>
        <a:buClrTx/>
        <a:buFont typeface="Arial" panose="020B0604020202020204" pitchFamily="34" charset="0"/>
        <a:buNone/>
        <a:defRPr sz="1100" kern="1200">
          <a:solidFill>
            <a:schemeClr val="tx1"/>
          </a:solidFill>
          <a:latin typeface="+mn-lt"/>
          <a:ea typeface="+mn-ea"/>
          <a:cs typeface="+mn-cs"/>
        </a:defRPr>
      </a:lvl2pPr>
      <a:lvl3pPr marL="143919" indent="-143919" algn="l" defTabSz="609539" rtl="0" eaLnBrk="1" latinLnBrk="0" hangingPunct="1">
        <a:lnSpc>
          <a:spcPct val="100000"/>
        </a:lnSpc>
        <a:spcBef>
          <a:spcPts val="333"/>
        </a:spcBef>
        <a:buClrTx/>
        <a:buFont typeface="Arial" panose="020B0604020202020204" pitchFamily="34" charset="0"/>
        <a:buChar char="•"/>
        <a:defRPr sz="1100" kern="1200">
          <a:solidFill>
            <a:schemeClr val="tx1"/>
          </a:solidFill>
          <a:latin typeface="+mn-lt"/>
          <a:ea typeface="+mn-ea"/>
          <a:cs typeface="+mn-cs"/>
        </a:defRPr>
      </a:lvl3pPr>
      <a:lvl4pPr marL="287971" indent="-143986" algn="l" defTabSz="609539" rtl="0" eaLnBrk="1" latinLnBrk="0" hangingPunct="1">
        <a:lnSpc>
          <a:spcPct val="100000"/>
        </a:lnSpc>
        <a:spcBef>
          <a:spcPts val="333"/>
        </a:spcBef>
        <a:buClr>
          <a:schemeClr val="accent1"/>
        </a:buClr>
        <a:buFont typeface="System Font Regular"/>
        <a:buChar char="−"/>
        <a:defRPr sz="1100" kern="1200">
          <a:solidFill>
            <a:schemeClr val="tx1"/>
          </a:solidFill>
          <a:latin typeface="+mn-lt"/>
          <a:ea typeface="+mn-ea"/>
          <a:cs typeface="+mn-cs"/>
        </a:defRPr>
      </a:lvl4pPr>
      <a:lvl5pPr marL="1371462" indent="-152385" algn="l" defTabSz="609539" rtl="0" eaLnBrk="1" latinLnBrk="0" hangingPunct="1">
        <a:lnSpc>
          <a:spcPct val="90000"/>
        </a:lnSpc>
        <a:spcBef>
          <a:spcPts val="333"/>
        </a:spcBef>
        <a:buClr>
          <a:schemeClr val="accent1"/>
        </a:buClr>
        <a:buFont typeface="System Font Regular"/>
        <a:buChar char="−"/>
        <a:defRPr sz="1067" kern="1200">
          <a:solidFill>
            <a:schemeClr val="tx1"/>
          </a:solidFill>
          <a:latin typeface="+mn-lt"/>
          <a:ea typeface="+mn-ea"/>
          <a:cs typeface="+mn-cs"/>
        </a:defRPr>
      </a:lvl5pPr>
      <a:lvl6pPr marL="167623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00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77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54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199">
          <p15:clr>
            <a:srgbClr val="F26B43"/>
          </p15:clr>
        </p15:guide>
        <p15:guide id="4" orient="horz" pos="2084">
          <p15:clr>
            <a:srgbClr val="F26B43"/>
          </p15:clr>
        </p15:guide>
        <p15:guide id="6" orient="horz" pos="360">
          <p15:clr>
            <a:srgbClr val="F26B43"/>
          </p15:clr>
        </p15:guide>
        <p15:guide id="7" orient="horz" pos="2674">
          <p15:clr>
            <a:srgbClr val="F26B43"/>
          </p15:clr>
        </p15:guide>
        <p15:guide id="8" orient="horz" pos="625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A picture containing drawing&#10;&#10;Description automatically generated">
            <a:extLst>
              <a:ext uri="{FF2B5EF4-FFF2-40B4-BE49-F238E27FC236}">
                <a16:creationId xmlns:a16="http://schemas.microsoft.com/office/drawing/2014/main" id="{BD9ADBC1-B9FC-4B1B-9E6B-E569BC6FB4B7}"/>
              </a:ext>
            </a:extLst>
          </p:cNvPr>
          <p:cNvPicPr>
            <a:picLocks noChangeAspect="1"/>
          </p:cNvPicPr>
          <p:nvPr userDrawn="1"/>
        </p:nvPicPr>
        <p:blipFill>
          <a:blip r:embed="rId15" cstate="print">
            <a:extLst>
              <a:ext uri="{28A0092B-C50C-407E-A947-70E740481C1C}">
                <a14:useLocalDpi xmlns:a14="http://schemas.microsoft.com/office/drawing/2010/main"/>
              </a:ext>
            </a:extLst>
          </a:blip>
          <a:stretch>
            <a:fillRect/>
          </a:stretch>
        </p:blipFill>
        <p:spPr>
          <a:xfrm>
            <a:off x="11066083" y="85232"/>
            <a:ext cx="893853" cy="328988"/>
          </a:xfrm>
          <a:prstGeom prst="rect">
            <a:avLst/>
          </a:prstGeom>
        </p:spPr>
      </p:pic>
      <p:sp>
        <p:nvSpPr>
          <p:cNvPr id="3" name="Text Placeholder 2">
            <a:extLst>
              <a:ext uri="{FF2B5EF4-FFF2-40B4-BE49-F238E27FC236}">
                <a16:creationId xmlns:a16="http://schemas.microsoft.com/office/drawing/2014/main" id="{5486E81E-755E-40B4-B57A-E890B60F963B}"/>
              </a:ext>
            </a:extLst>
          </p:cNvPr>
          <p:cNvSpPr>
            <a:spLocks noGrp="1"/>
          </p:cNvSpPr>
          <p:nvPr>
            <p:ph type="body" idx="1"/>
          </p:nvPr>
        </p:nvSpPr>
        <p:spPr>
          <a:xfrm>
            <a:off x="382385" y="106916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3C6A3783-D47D-4620-B9B6-74B034A93F04}"/>
              </a:ext>
            </a:extLst>
          </p:cNvPr>
          <p:cNvSpPr>
            <a:spLocks noGrp="1"/>
          </p:cNvSpPr>
          <p:nvPr>
            <p:ph type="sldNum" sz="quarter" idx="4"/>
          </p:nvPr>
        </p:nvSpPr>
        <p:spPr>
          <a:xfrm>
            <a:off x="11504122" y="6364663"/>
            <a:ext cx="455815" cy="365125"/>
          </a:xfrm>
          <a:prstGeom prst="rect">
            <a:avLst/>
          </a:prstGeom>
        </p:spPr>
        <p:txBody>
          <a:bodyPr vert="horz" lIns="91440" tIns="45720" rIns="91440" bIns="45720" rtlCol="0" anchor="ctr"/>
          <a:lstStyle>
            <a:lvl1pPr algn="ctr">
              <a:defRPr sz="1000">
                <a:solidFill>
                  <a:schemeClr val="tx1">
                    <a:lumMod val="75000"/>
                    <a:lumOff val="25000"/>
                  </a:schemeClr>
                </a:solidFill>
                <a:latin typeface="MetaPro-Normal" panose="02000503040000020004" pitchFamily="2" charset="0"/>
              </a:defRPr>
            </a:lvl1pPr>
          </a:lstStyle>
          <a:p>
            <a:fld id="{8E913856-EC6D-448E-9427-9BACCD9E10C2}" type="slidenum">
              <a:rPr lang="en-GB" smtClean="0"/>
              <a:pPr/>
              <a:t>‹#›</a:t>
            </a:fld>
            <a:endParaRPr lang="en-GB" dirty="0"/>
          </a:p>
        </p:txBody>
      </p:sp>
      <p:sp>
        <p:nvSpPr>
          <p:cNvPr id="2" name="Title Placeholder 1">
            <a:extLst>
              <a:ext uri="{FF2B5EF4-FFF2-40B4-BE49-F238E27FC236}">
                <a16:creationId xmlns:a16="http://schemas.microsoft.com/office/drawing/2014/main" id="{0B07654C-02A0-4751-B3EF-F6DE296885B0}"/>
              </a:ext>
            </a:extLst>
          </p:cNvPr>
          <p:cNvSpPr>
            <a:spLocks noGrp="1"/>
          </p:cNvSpPr>
          <p:nvPr>
            <p:ph type="title"/>
          </p:nvPr>
        </p:nvSpPr>
        <p:spPr>
          <a:xfrm>
            <a:off x="382385" y="172857"/>
            <a:ext cx="9767455" cy="290003"/>
          </a:xfrm>
          <a:prstGeom prst="rect">
            <a:avLst/>
          </a:prstGeom>
        </p:spPr>
        <p:txBody>
          <a:bodyPr vert="horz" lIns="91440" tIns="45720" rIns="91440" bIns="45720" rtlCol="0" anchor="t">
            <a:normAutofit/>
          </a:bodyPr>
          <a:lstStyle/>
          <a:p>
            <a:r>
              <a:rPr lang="en-US" dirty="0"/>
              <a:t>CLICK TO EDIT MASTER TITLE STYLE</a:t>
            </a:r>
            <a:endParaRPr lang="en-GB" dirty="0"/>
          </a:p>
        </p:txBody>
      </p:sp>
      <p:cxnSp>
        <p:nvCxnSpPr>
          <p:cNvPr id="10" name="Straight Connector 9">
            <a:extLst>
              <a:ext uri="{FF2B5EF4-FFF2-40B4-BE49-F238E27FC236}">
                <a16:creationId xmlns:a16="http://schemas.microsoft.com/office/drawing/2014/main" id="{2972C50E-7F28-4145-AE89-9C6D746D9525}"/>
              </a:ext>
            </a:extLst>
          </p:cNvPr>
          <p:cNvCxnSpPr>
            <a:cxnSpLocks/>
          </p:cNvCxnSpPr>
          <p:nvPr userDrawn="1"/>
        </p:nvCxnSpPr>
        <p:spPr>
          <a:xfrm>
            <a:off x="0" y="6533803"/>
            <a:ext cx="11499860" cy="0"/>
          </a:xfrm>
          <a:prstGeom prst="line">
            <a:avLst/>
          </a:prstGeom>
          <a:ln w="9525">
            <a:solidFill>
              <a:schemeClr val="tx1">
                <a:lumMod val="75000"/>
                <a:lumOff val="25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6670DED-A389-43F5-96CA-9B6BBD9DFFD1}"/>
              </a:ext>
            </a:extLst>
          </p:cNvPr>
          <p:cNvSpPr/>
          <p:nvPr userDrawn="1"/>
        </p:nvSpPr>
        <p:spPr>
          <a:xfrm>
            <a:off x="0" y="0"/>
            <a:ext cx="108000" cy="900000"/>
          </a:xfrm>
          <a:prstGeom prst="rect">
            <a:avLst/>
          </a:prstGeom>
          <a:solidFill>
            <a:srgbClr val="EDB7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MetaPro-Normal" panose="02000503040000020004" pitchFamily="50" charset="0"/>
            </a:endParaRPr>
          </a:p>
        </p:txBody>
      </p:sp>
    </p:spTree>
    <p:extLst>
      <p:ext uri="{BB962C8B-B14F-4D97-AF65-F5344CB8AC3E}">
        <p14:creationId xmlns:p14="http://schemas.microsoft.com/office/powerpoint/2010/main" val="3992785906"/>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9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txStyles>
    <p:titleStyle>
      <a:lvl1pPr algn="l" defTabSz="914400" rtl="0" eaLnBrk="1" latinLnBrk="0" hangingPunct="1">
        <a:lnSpc>
          <a:spcPct val="90000"/>
        </a:lnSpc>
        <a:spcBef>
          <a:spcPct val="0"/>
        </a:spcBef>
        <a:buNone/>
        <a:defRPr sz="2400" kern="1200">
          <a:solidFill>
            <a:schemeClr val="tx1">
              <a:lumMod val="75000"/>
              <a:lumOff val="25000"/>
            </a:schemeClr>
          </a:solidFill>
          <a:latin typeface="MetaPro-Normal" panose="02000503040000020004"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393192" y="2743200"/>
            <a:ext cx="11402568" cy="1097280"/>
          </a:xfrm>
        </p:spPr>
        <p:txBody>
          <a:bodyPr/>
          <a:lstStyle/>
          <a:p>
            <a:r>
              <a:rPr sz="4000" b="1"/>
              <a:t>WCE Reporting Tools</a:t>
            </a:r>
          </a:p>
        </p:txBody>
      </p:sp>
      <p:sp>
        <p:nvSpPr>
          <p:cNvPr id="4" name="Subtitle 3"/>
          <p:cNvSpPr>
            <a:spLocks noGrp="1"/>
          </p:cNvSpPr>
          <p:nvPr>
            <p:ph type="subTitle" idx="1"/>
          </p:nvPr>
        </p:nvSpPr>
        <p:spPr>
          <a:xfrm>
            <a:off x="393192" y="4187952"/>
            <a:ext cx="11402568" cy="548640"/>
          </a:xfrm>
        </p:spPr>
        <p:txBody>
          <a:bodyPr/>
          <a:lstStyle/>
          <a:p>
            <a:r>
              <a:t>Day 1  ·  WCGRRT and SSORT  ·  Technical Services — Subsea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SAVED</a:t>
            </a:r>
          </a:p>
        </p:txBody>
      </p:sp>
      <p:sp>
        <p:nvSpPr>
          <p:cNvPr id="3" name="Text Placeholder 2"/>
          <p:cNvSpPr>
            <a:spLocks noGrp="1"/>
          </p:cNvSpPr>
          <p:nvPr>
            <p:ph type="body" idx="14" sz="quarter"/>
          </p:nvPr>
        </p:nvSpPr>
        <p:spPr/>
        <p:txBody>
          <a:bodyPr wrap="square"/>
          <a:lstStyle/>
          <a:p>
            <a:pPr>
              <a:spcAft>
                <a:spcPts val="600"/>
              </a:spcAft>
            </a:pPr>
            <a:r>
              <a:rPr sz="1400" b="0"/>
              <a:t>The file is on your PC.</a:t>
            </a:r>
          </a:p>
          <a:p>
            <a:pPr>
              <a:spcAft>
                <a:spcPts val="600"/>
              </a:spcAft>
            </a:pPr>
            <a:r>
              <a:rPr sz="1400" b="0"/>
              <a:t>Nobody else can see it.</a:t>
            </a:r>
          </a:p>
          <a:p>
            <a:pPr>
              <a:spcAft>
                <a:spcPts val="600"/>
              </a:spcAft>
            </a:pPr>
            <a:r>
              <a:rPr sz="1400" b="0"/>
              <a:t>Safe from a browser crash — and from nothing else.</a:t>
            </a:r>
          </a:p>
          <a:p>
            <a:pPr>
              <a:spcAft>
                <a:spcPts val="600"/>
              </a:spcAft>
            </a:pPr>
            <a:r>
              <a:rPr sz="1400" b="0"/>
              <a:t>You can save as often as you like.</a:t>
            </a:r>
          </a:p>
        </p:txBody>
      </p:sp>
      <p:sp>
        <p:nvSpPr>
          <p:cNvPr id="4" name="Text Placeholder 3"/>
          <p:cNvSpPr>
            <a:spLocks noGrp="1"/>
          </p:cNvSpPr>
          <p:nvPr>
            <p:ph type="body" idx="15" sz="quarter"/>
          </p:nvPr>
        </p:nvSpPr>
        <p:spPr/>
        <p:txBody>
          <a:bodyPr/>
          <a:lstStyle/>
          <a:p>
            <a:r>
              <a:rPr sz="1500" b="1">
                <a:solidFill>
                  <a:srgbClr val="0082C0"/>
                </a:solidFill>
              </a:rPr>
              <a:t>POSTED</a:t>
            </a:r>
          </a:p>
        </p:txBody>
      </p:sp>
      <p:sp>
        <p:nvSpPr>
          <p:cNvPr id="5" name="Text Placeholder 4"/>
          <p:cNvSpPr>
            <a:spLocks noGrp="1"/>
          </p:cNvSpPr>
          <p:nvPr>
            <p:ph type="body" idx="16" sz="quarter"/>
          </p:nvPr>
        </p:nvSpPr>
        <p:spPr/>
        <p:txBody>
          <a:bodyPr wrap="square"/>
          <a:lstStyle/>
          <a:p>
            <a:pPr>
              <a:spcAft>
                <a:spcPts val="600"/>
              </a:spcAft>
            </a:pPr>
            <a:r>
              <a:rPr sz="1400" b="0"/>
              <a:t>The server accepted the file.</a:t>
            </a:r>
          </a:p>
          <a:p>
            <a:pPr>
              <a:spcAft>
                <a:spcPts val="600"/>
              </a:spcAft>
            </a:pPr>
            <a:r>
              <a:rPr sz="1400" b="0"/>
              <a:t>The tool checked the response and got a yes.</a:t>
            </a:r>
          </a:p>
          <a:p>
            <a:pPr>
              <a:spcAft>
                <a:spcPts val="600"/>
              </a:spcAft>
            </a:pPr>
            <a:r>
              <a:rPr sz="1400" b="0"/>
              <a:t>It is not on the dashboard yet.</a:t>
            </a:r>
          </a:p>
          <a:p>
            <a:pPr>
              <a:spcAft>
                <a:spcPts val="600"/>
              </a:spcAft>
            </a:pPr>
            <a:r>
              <a:rPr sz="1400" b="0"/>
              <a:t>This is the only thing the tool can actually see.</a:t>
            </a:r>
          </a:p>
        </p:txBody>
      </p:sp>
      <p:sp>
        <p:nvSpPr>
          <p:cNvPr id="6" name="Text Placeholder 5"/>
          <p:cNvSpPr>
            <a:spLocks noGrp="1"/>
          </p:cNvSpPr>
          <p:nvPr>
            <p:ph type="body" idx="17" sz="quarter"/>
          </p:nvPr>
        </p:nvSpPr>
        <p:spPr/>
        <p:txBody>
          <a:bodyPr/>
          <a:lstStyle/>
          <a:p>
            <a:r>
              <a:rPr sz="1500" b="1">
                <a:solidFill>
                  <a:srgbClr val="E25303"/>
                </a:solidFill>
              </a:rPr>
              <a:t>ON THE DASHBOARD</a:t>
            </a:r>
          </a:p>
        </p:txBody>
      </p:sp>
      <p:sp>
        <p:nvSpPr>
          <p:cNvPr id="7" name="Text Placeholder 6"/>
          <p:cNvSpPr>
            <a:spLocks noGrp="1"/>
          </p:cNvSpPr>
          <p:nvPr>
            <p:ph type="body" idx="18" sz="quarter"/>
          </p:nvPr>
        </p:nvSpPr>
        <p:spPr/>
        <p:txBody>
          <a:bodyPr wrap="square"/>
          <a:lstStyle/>
          <a:p>
            <a:pPr>
              <a:spcAft>
                <a:spcPts val="600"/>
              </a:spcAft>
            </a:pPr>
            <a:r>
              <a:rPr sz="1400" b="0"/>
              <a:t>The scanner has read the file.</a:t>
            </a:r>
          </a:p>
          <a:p>
            <a:pPr>
              <a:spcAft>
                <a:spcPts val="600"/>
              </a:spcAft>
            </a:pPr>
            <a:r>
              <a:rPr sz="1400" b="0"/>
              <a:t>Runs every ten minutes.</a:t>
            </a:r>
          </a:p>
          <a:p>
            <a:pPr>
              <a:spcAft>
                <a:spcPts val="600"/>
              </a:spcAft>
            </a:pPr>
            <a:r>
              <a:rPr sz="1400" b="0"/>
              <a:t>This is when other people see your work.</a:t>
            </a:r>
          </a:p>
          <a:p>
            <a:pPr>
              <a:spcAft>
                <a:spcPts val="600"/>
              </a:spcAft>
            </a:pPr>
            <a:r>
              <a:rPr sz="1400" b="0"/>
              <a:t>If it is not here, check the Errors button.</a:t>
            </a:r>
          </a:p>
        </p:txBody>
      </p:sp>
      <p:sp>
        <p:nvSpPr>
          <p:cNvPr id="8" name="Text Placeholder 7"/>
          <p:cNvSpPr>
            <a:spLocks noGrp="1"/>
          </p:cNvSpPr>
          <p:nvPr>
            <p:ph type="body" idx="12" sz="quarter"/>
          </p:nvPr>
        </p:nvSpPr>
        <p:spPr/>
        <p:txBody>
          <a:bodyPr/>
          <a:lstStyle/>
          <a:p>
            <a:r>
              <a:rPr sz="2800" b="1"/>
              <a:t>Three words that do not mean the same 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The build you are learning</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Frozen for the class week</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solidFill>
                  <a:srgbClr val="002C77"/>
                </a:solidFill>
              </a:rPr>
              <a:t>WCGRRT  REV 169</a:t>
            </a:r>
          </a:p>
          <a:p>
            <a:pPr>
              <a:spcAft>
                <a:spcPts val="600"/>
              </a:spcAft>
            </a:pPr>
            <a:r>
              <a:rPr sz="1400" b="0"/>
              <a:t>Native surface tests, inline references, print page breaks. Photos can be dragged straight onto a photo box.</a:t>
            </a:r>
          </a:p>
          <a:p>
            <a:pPr>
              <a:spcAft>
                <a:spcPts val="600"/>
              </a:spcAft>
            </a:pPr>
            <a:r>
              <a:rPr sz="1400" b="0"/>
              <a:t/>
            </a:r>
          </a:p>
          <a:p>
            <a:pPr>
              <a:spcAft>
                <a:spcPts val="600"/>
              </a:spcAft>
            </a:pPr>
            <a:r>
              <a:rPr sz="1400" b="1">
                <a:solidFill>
                  <a:srgbClr val="002C77"/>
                </a:solidFill>
              </a:rPr>
              <a:t>SSORT  REV 165</a:t>
            </a:r>
          </a:p>
          <a:p>
            <a:pPr>
              <a:spcAft>
                <a:spcPts val="600"/>
              </a:spcAft>
            </a:pPr>
            <a:r>
              <a:rPr sz="1400" b="0"/>
              <a:t>Test records on any CBM, sent on to NOV. New: model and serial per unit, required by NOV; the Technical Assistance Request; the Argo Navis plan picker and Link to plan; the Daily Log month PDF; FRM-00-0168 Rev 9 additions on the pre-deployment checklist.</a:t>
            </a:r>
          </a:p>
          <a:p>
            <a:pPr>
              <a:spcAft>
                <a:spcPts val="600"/>
              </a:spcAft>
            </a:pPr>
            <a:r>
              <a:rPr sz="1400" b="0"/>
              <a:t/>
            </a:r>
          </a:p>
          <a:p>
            <a:pPr>
              <a:spcAft>
                <a:spcPts val="600"/>
              </a:spcAft>
            </a:pPr>
            <a:r>
              <a:rPr sz="1400" b="1">
                <a:solidFill>
                  <a:srgbClr val="E25303"/>
                </a:solidFill>
              </a:rPr>
              <a:t>Check the badge before you start.</a:t>
            </a:r>
          </a:p>
          <a:p>
            <a:pPr>
              <a:spcAft>
                <a:spcPts val="600"/>
              </a:spcAft>
            </a:pPr>
            <a:r>
              <a:rPr sz="1400" b="0"/>
              <a:t>Top of the screen. If it does not match, you are on a cached copy — close it and reopen from the server.</a:t>
            </a:r>
          </a:p>
          <a:p>
            <a:pPr>
              <a:spcAft>
                <a:spcPts val="600"/>
              </a:spcAft>
            </a:pPr>
            <a:r>
              <a:rPr sz="1400" b="0"/>
              <a:t/>
            </a:r>
          </a:p>
          <a:p>
            <a:pPr>
              <a:spcAft>
                <a:spcPts val="600"/>
              </a:spcAft>
            </a:pPr>
            <a:r>
              <a:rPr sz="1400" b="0"/>
              <a:t>A revision shipped mid-week changes the screenshots. The class trains on one build and one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Opening</a:t>
            </a:r>
          </a:p>
        </p:txBody>
      </p:sp>
      <p:sp>
        <p:nvSpPr>
          <p:cNvPr id="4" name="Subtitle 3"/>
          <p:cNvSpPr>
            <a:spLocks noGrp="1"/>
          </p:cNvSpPr>
          <p:nvPr>
            <p:ph type="subTitle" idx="1"/>
          </p:nvPr>
        </p:nvSpPr>
        <p:spPr>
          <a:xfrm>
            <a:off x="356616" y="3346704"/>
            <a:ext cx="11439144" cy="548640"/>
          </a:xfrm>
        </p:spPr>
        <p:txBody>
          <a:bodyPr/>
          <a:lstStyle/>
          <a:p>
            <a:r>
              <a:t>Lee Arnold   ·   safety minute, roles and responsibilities, expectations for the week   ·   08:00–08:30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1</a:t>
            </a:r>
          </a:p>
        </p:txBody>
      </p:sp>
      <p:sp>
        <p:nvSpPr>
          <p:cNvPr id="4" name="Subtitle 3"/>
          <p:cNvSpPr>
            <a:spLocks noGrp="1"/>
          </p:cNvSpPr>
          <p:nvPr>
            <p:ph type="subTitle" idx="1"/>
          </p:nvPr>
        </p:nvSpPr>
        <p:spPr>
          <a:xfrm>
            <a:off x="356616" y="3346704"/>
            <a:ext cx="11439144" cy="548640"/>
          </a:xfrm>
        </p:spPr>
        <p:txBody>
          <a:bodyPr/>
          <a:lstStyle/>
          <a:p>
            <a:r>
              <a:t>WCGRRT: rig visit and daily reports   ·   08:30–10:00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A daily report, blank to saved</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What the trainer walks through</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t>Visit Information first.</a:t>
            </a:r>
          </a:p>
          <a:p>
            <a:pPr>
              <a:spcAft>
                <a:spcPts val="600"/>
              </a:spcAft>
            </a:pPr>
            <a:r>
              <a:rPr sz="1400" b="0"/>
              <a:t>Rig / Asset is the one field everything else hangs off. Nothing posts without it.</a:t>
            </a:r>
          </a:p>
          <a:p>
            <a:pPr>
              <a:spcAft>
                <a:spcPts val="600"/>
              </a:spcAft>
            </a:pPr>
            <a:r>
              <a:rPr sz="1400" b="1"/>
              <a:t>Report Date is not the entry date.</a:t>
            </a:r>
          </a:p>
          <a:p>
            <a:pPr>
              <a:spcAft>
                <a:spcPts val="600"/>
              </a:spcAft>
            </a:pPr>
            <a:r>
              <a:rPr sz="1400" b="0"/>
              <a:t>The Report Date sets the filename and files the report. Each entry carries its own date.</a:t>
            </a:r>
          </a:p>
          <a:p>
            <a:pPr>
              <a:spcAft>
                <a:spcPts val="600"/>
              </a:spcAft>
            </a:pPr>
            <a:r>
              <a:rPr sz="1400" b="1"/>
              <a:t>One equipment entry per piece of kit.</a:t>
            </a:r>
          </a:p>
          <a:p>
            <a:pPr>
              <a:spcAft>
                <a:spcPts val="600"/>
              </a:spcAft>
            </a:pPr>
            <a:r>
              <a:rPr sz="1400" b="0"/>
              <a:t>Type, notes, photographs, captions. Flag it for End of Trip or Critical if it belongs there.</a:t>
            </a:r>
          </a:p>
          <a:p>
            <a:pPr>
              <a:spcAft>
                <a:spcPts val="600"/>
              </a:spcAft>
            </a:pPr>
            <a:r>
              <a:rPr sz="1400" b="1"/>
              <a:t>Captions are part of the evidence.</a:t>
            </a:r>
          </a:p>
          <a:p>
            <a:pPr>
              <a:spcAft>
                <a:spcPts val="600"/>
              </a:spcAft>
            </a:pPr>
            <a:r>
              <a:rPr sz="1400" b="0"/>
              <a:t>A photograph with no caption is a picture. With one, it is a record.</a:t>
            </a:r>
          </a:p>
          <a:p>
            <a:pPr>
              <a:spcAft>
                <a:spcPts val="600"/>
              </a:spcAft>
            </a:pPr>
            <a:r>
              <a:rPr sz="1400" b="1"/>
              <a:t>Save early, save often.</a:t>
            </a:r>
          </a:p>
          <a:p>
            <a:pPr>
              <a:spcAft>
                <a:spcPts val="600"/>
              </a:spcAft>
            </a:pPr>
            <a:r>
              <a:rPr sz="1400" b="0"/>
              <a:t>Saving is free and local. Posting is not — it is visible to everyone the moment it lands.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300" b="1">
                <a:solidFill>
                  <a:srgbClr val="5A6472"/>
                </a:solidFill>
              </a:rPr>
              <a:t>Two real mistakes</a:t>
            </a:r>
          </a:p>
        </p:txBody>
      </p:sp>
      <p:sp>
        <p:nvSpPr>
          <p:cNvPr id="4" name="Text Placeholder 3"/>
          <p:cNvSpPr>
            <a:spLocks noGrp="1"/>
          </p:cNvSpPr>
          <p:nvPr>
            <p:ph type="body" idx="12" sz="quarter"/>
          </p:nvPr>
        </p:nvSpPr>
        <p:spPr/>
        <p:txBody>
          <a:bodyPr/>
          <a:lstStyle/>
          <a:p>
            <a:r>
              <a:rPr sz="2800" b="1"/>
              <a:t>The Capella week, and what it cost</a:t>
            </a:r>
          </a:p>
        </p:txBody>
      </p:sp>
      <p:sp>
        <p:nvSpPr>
          <p:cNvPr id="5" name="Text Placeholder 4"/>
          <p:cNvSpPr>
            <a:spLocks noGrp="1"/>
          </p:cNvSpPr>
          <p:nvPr>
            <p:ph type="body" idx="15" sz="quarter"/>
          </p:nvPr>
        </p:nvSpPr>
        <p:spPr/>
        <p:txBody>
          <a:bodyPr/>
          <a:lstStyle/>
          <a:p>
            <a:r>
              <a:rPr sz="1300" b="1">
                <a:solidFill>
                  <a:srgbClr val="5A6472"/>
                </a:solidFill>
              </a:rPr>
              <a:t>What happened</a:t>
            </a:r>
          </a:p>
        </p:txBody>
      </p:sp>
      <p:sp>
        <p:nvSpPr>
          <p:cNvPr id="6" name="Text Placeholder 5"/>
          <p:cNvSpPr>
            <a:spLocks noGrp="1"/>
          </p:cNvSpPr>
          <p:nvPr>
            <p:ph type="body" idx="20" sz="quarter"/>
          </p:nvPr>
        </p:nvSpPr>
        <p:spPr/>
        <p:txBody>
          <a:bodyPr wrap="square"/>
          <a:lstStyle/>
          <a:p>
            <a:pPr>
              <a:spcAft>
                <a:spcPts val="600"/>
              </a:spcAft>
            </a:pPr>
            <a:r>
              <a:rPr sz="1400" b="1">
                <a:solidFill>
                  <a:srgbClr val="E25303"/>
                </a:solidFill>
              </a:rPr>
              <a:t>These are not hypothetical.</a:t>
            </a:r>
          </a:p>
          <a:p>
            <a:pPr>
              <a:spcAft>
                <a:spcPts val="600"/>
              </a:spcAft>
            </a:pPr>
            <a:r>
              <a:rPr sz="1400" b="0"/>
              <a:t>Both happened in September, on a real rig, to an experienced supervisor.</a:t>
            </a:r>
          </a:p>
          <a:p>
            <a:pPr>
              <a:spcAft>
                <a:spcPts val="600"/>
              </a:spcAft>
            </a:pPr>
            <a:r>
              <a:rPr sz="1400" b="0"/>
              <a:t/>
            </a:r>
          </a:p>
          <a:p>
            <a:pPr>
              <a:spcAft>
                <a:spcPts val="600"/>
              </a:spcAft>
            </a:pPr>
            <a:r>
              <a:rPr sz="1400" b="0"/>
              <a:t>Neither was carelessness. Both were the tool letting something through quietly.</a:t>
            </a:r>
          </a:p>
          <a:p>
            <a:pPr>
              <a:spcAft>
                <a:spcPts val="600"/>
              </a:spcAft>
            </a:pPr>
            <a:r>
              <a:rPr sz="1400" b="0"/>
              <a:t/>
            </a:r>
          </a:p>
          <a:p>
            <a:pPr>
              <a:spcAft>
                <a:spcPts val="600"/>
              </a:spcAft>
            </a:pPr>
            <a:r>
              <a:rPr sz="1400" b="0"/>
              <a:t>REV 161 onwards guards both — but a guard you click past is not a guard.</a:t>
            </a:r>
          </a:p>
        </p:txBody>
      </p:sp>
      <p:graphicFrame>
        <p:nvGraphicFramePr>
          <p:cNvPr id="7" name="Table 6"/>
          <p:cNvGraphicFramePr>
            <a:graphicFrameLocks noGrp="1"/>
          </p:cNvGraphicFramePr>
          <p:nvPr/>
        </p:nvGraphicFramePr>
        <p:xfrm>
          <a:off x="4192757" y="1903007"/>
          <a:ext cx="7614011" cy="3108960"/>
        </p:xfrm>
        <a:graphic>
          <a:graphicData uri="http://schemas.openxmlformats.org/drawingml/2006/table">
            <a:tbl>
              <a:tblPr firstRow="1" bandRow="1">
                <a:tableStyleId>{5C22544A-7EE6-4342-B048-85BDC9FD1C3A}</a:tableStyleId>
              </a:tblPr>
              <a:tblGrid>
                <a:gridCol w="2377440"/>
                <a:gridCol w="5236571"/>
              </a:tblGrid>
              <a:tr h="777240">
                <a:tc>
                  <a:txBody>
                    <a:bodyPr/>
                    <a:lstStyle/>
                    <a:p>
                      <a:r>
                        <a:rPr sz="1200" b="1">
                          <a:solidFill>
                            <a:srgbClr val="FFFFFF"/>
                          </a:solidFill>
                        </a:rPr>
                        <a:t>Mistake</a:t>
                      </a:r>
                    </a:p>
                  </a:txBody>
                  <a:tcPr/>
                </a:tc>
                <a:tc>
                  <a:txBody>
                    <a:bodyPr/>
                    <a:lstStyle/>
                    <a:p>
                      <a:r>
                        <a:rPr sz="1200" b="1">
                          <a:solidFill>
                            <a:srgbClr val="FFFFFF"/>
                          </a:solidFill>
                        </a:rPr>
                        <a:t>What it did</a:t>
                      </a:r>
                    </a:p>
                  </a:txBody>
                  <a:tcPr/>
                </a:tc>
              </a:tr>
              <a:tr h="777240">
                <a:tc>
                  <a:txBody>
                    <a:bodyPr wrap="square"/>
                    <a:lstStyle/>
                    <a:p>
                      <a:r>
                        <a:rPr sz="1100" b="1"/>
                        <a:t>Posting before finishing</a:t>
                      </a:r>
                    </a:p>
                  </a:txBody>
                  <a:tcPr/>
                </a:tc>
                <a:tc>
                  <a:txBody>
                    <a:bodyPr wrap="square"/>
                    <a:lstStyle/>
                    <a:p>
                      <a:r>
                        <a:rPr sz="1100" b="0"/>
                        <a:t>A report was posted, then worked on and posted again under the same filename. The second post replaced the first. One filename, one file.</a:t>
                      </a:r>
                    </a:p>
                  </a:txBody>
                  <a:tcPr/>
                </a:tc>
              </a:tr>
              <a:tr h="777240">
                <a:tc>
                  <a:txBody>
                    <a:bodyPr wrap="square"/>
                    <a:lstStyle/>
                    <a:p>
                      <a:r>
                        <a:rPr sz="1100" b="1"/>
                        <a:t>Entry dates left behind</a:t>
                      </a:r>
                    </a:p>
                  </a:txBody>
                  <a:tcPr/>
                </a:tc>
                <a:tc>
                  <a:txBody>
                    <a:bodyPr wrap="square"/>
                    <a:lstStyle/>
                    <a:p>
                      <a:r>
                        <a:rPr sz="1100" b="0"/>
                        <a:t>A draft resumed across several days kept its original entry dates. The filename said the 19th; every entry inside said the 17th.</a:t>
                      </a:r>
                    </a:p>
                  </a:txBody>
                  <a:tcPr/>
                </a:tc>
              </a:tr>
              <a:tr h="777240">
                <a:tc>
                  <a:txBody>
                    <a:bodyPr wrap="square"/>
                    <a:lstStyle/>
                    <a:p>
                      <a:r>
                        <a:rPr sz="1100" b="1"/>
                        <a:t>Why the second is worse</a:t>
                      </a:r>
                    </a:p>
                  </a:txBody>
                  <a:tcPr/>
                </a:tc>
                <a:tc>
                  <a:txBody>
                    <a:bodyPr wrap="square"/>
                    <a:lstStyle/>
                    <a:p>
                      <a:r>
                        <a:rPr sz="1100" b="0"/>
                        <a:t>Filing is recoverable. A wrong date printed against a piece of work is not.</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E25303"/>
                </a:solidFill>
              </a:rPr>
              <a:t>Stale entry dates</a:t>
            </a:r>
          </a:p>
        </p:txBody>
      </p:sp>
      <p:sp>
        <p:nvSpPr>
          <p:cNvPr id="3" name="Text Placeholder 2"/>
          <p:cNvSpPr>
            <a:spLocks noGrp="1"/>
          </p:cNvSpPr>
          <p:nvPr>
            <p:ph type="body" idx="14" sz="quarter"/>
          </p:nvPr>
        </p:nvSpPr>
        <p:spPr/>
        <p:txBody>
          <a:bodyPr wrap="square"/>
          <a:lstStyle/>
          <a:p>
            <a:pPr>
              <a:spcAft>
                <a:spcPts val="600"/>
              </a:spcAft>
            </a:pPr>
            <a:r>
              <a:rPr sz="1400" b="0"/>
              <a:t>Any entry dated differently from the Report Date is outlined orange.</a:t>
            </a:r>
          </a:p>
          <a:p>
            <a:pPr>
              <a:spcAft>
                <a:spcPts val="600"/>
              </a:spcAft>
            </a:pPr>
            <a:r>
              <a:rPr sz="1400" b="0"/>
              <a:t>Under it: "dated 2026-09-17 — Report Date is 2026-09-19".</a:t>
            </a:r>
          </a:p>
          <a:p>
            <a:pPr>
              <a:spcAft>
                <a:spcPts val="600"/>
              </a:spcAft>
            </a:pPr>
            <a:r>
              <a:rPr sz="1400" b="0"/>
              <a:t>A "Set entry dates to this" button appears, and says how many it will change.</a:t>
            </a:r>
          </a:p>
        </p:txBody>
      </p:sp>
      <p:sp>
        <p:nvSpPr>
          <p:cNvPr id="4" name="Text Placeholder 3"/>
          <p:cNvSpPr>
            <a:spLocks noGrp="1"/>
          </p:cNvSpPr>
          <p:nvPr>
            <p:ph type="body" idx="15" sz="quarter"/>
          </p:nvPr>
        </p:nvSpPr>
        <p:spPr/>
        <p:txBody>
          <a:bodyPr/>
          <a:lstStyle/>
          <a:p>
            <a:r>
              <a:rPr sz="1500" b="1">
                <a:solidFill>
                  <a:srgbClr val="002C77"/>
                </a:solidFill>
              </a:rPr>
              <a:t>Why it does not fix itself</a:t>
            </a:r>
          </a:p>
        </p:txBody>
      </p:sp>
      <p:sp>
        <p:nvSpPr>
          <p:cNvPr id="5" name="Text Placeholder 4"/>
          <p:cNvSpPr>
            <a:spLocks noGrp="1"/>
          </p:cNvSpPr>
          <p:nvPr>
            <p:ph type="body" idx="16" sz="quarter"/>
          </p:nvPr>
        </p:nvSpPr>
        <p:spPr/>
        <p:txBody>
          <a:bodyPr wrap="square"/>
          <a:lstStyle/>
          <a:p>
            <a:pPr>
              <a:spcAft>
                <a:spcPts val="600"/>
              </a:spcAft>
            </a:pPr>
            <a:r>
              <a:rPr sz="1400" b="0"/>
              <a:t>A report can genuinely span two days.</a:t>
            </a:r>
          </a:p>
          <a:p>
            <a:pPr>
              <a:spcAft>
                <a:spcPts val="600"/>
              </a:spcAft>
            </a:pPr>
            <a:r>
              <a:rPr sz="1400" b="0"/>
              <a:t>Rewriting the dates would destroy a true fact to fix a common one.</a:t>
            </a:r>
          </a:p>
          <a:p>
            <a:pPr>
              <a:spcAft>
                <a:spcPts val="600"/>
              </a:spcAft>
            </a:pPr>
            <a:r>
              <a:rPr sz="1400" b="0"/>
              <a:t>So the tool marks it and offers the fix. It never takes the decision.</a:t>
            </a:r>
          </a:p>
        </p:txBody>
      </p:sp>
      <p:sp>
        <p:nvSpPr>
          <p:cNvPr id="6" name="Text Placeholder 5"/>
          <p:cNvSpPr>
            <a:spLocks noGrp="1"/>
          </p:cNvSpPr>
          <p:nvPr>
            <p:ph type="body" idx="17" sz="quarter"/>
          </p:nvPr>
        </p:nvSpPr>
        <p:spPr/>
        <p:txBody>
          <a:bodyPr/>
          <a:lstStyle/>
          <a:p>
            <a:r>
              <a:rPr sz="1500" b="1">
                <a:solidFill>
                  <a:srgbClr val="0082C0"/>
                </a:solidFill>
              </a:rPr>
              <a:t>Back-dated post</a:t>
            </a:r>
          </a:p>
        </p:txBody>
      </p:sp>
      <p:sp>
        <p:nvSpPr>
          <p:cNvPr id="7" name="Text Placeholder 6"/>
          <p:cNvSpPr>
            <a:spLocks noGrp="1"/>
          </p:cNvSpPr>
          <p:nvPr>
            <p:ph type="body" idx="18" sz="quarter"/>
          </p:nvPr>
        </p:nvSpPr>
        <p:spPr/>
        <p:txBody>
          <a:bodyPr wrap="square"/>
          <a:lstStyle/>
          <a:p>
            <a:pPr>
              <a:spcAft>
                <a:spcPts val="600"/>
              </a:spcAft>
            </a:pPr>
            <a:r>
              <a:rPr sz="1400" b="0"/>
              <a:t>Posting a report dated other than today asks first.</a:t>
            </a:r>
          </a:p>
          <a:p>
            <a:pPr>
              <a:spcAft>
                <a:spcPts val="600"/>
              </a:spcAft>
            </a:pPr>
            <a:r>
              <a:rPr sz="1400" b="0"/>
              <a:t>"The date sets the posted filename, so posting it will replace any report already filed for that date."</a:t>
            </a:r>
          </a:p>
          <a:p>
            <a:pPr>
              <a:spcAft>
                <a:spcPts val="600"/>
              </a:spcAft>
            </a:pPr>
            <a:r>
              <a:rPr sz="1400" b="0"/>
              <a:t>Cancel, change the Report Date, post again.</a:t>
            </a:r>
          </a:p>
        </p:txBody>
      </p:sp>
      <p:sp>
        <p:nvSpPr>
          <p:cNvPr id="8" name="Text Placeholder 7"/>
          <p:cNvSpPr>
            <a:spLocks noGrp="1"/>
          </p:cNvSpPr>
          <p:nvPr>
            <p:ph type="body" idx="12" sz="quarter"/>
          </p:nvPr>
        </p:nvSpPr>
        <p:spPr/>
        <p:txBody>
          <a:bodyPr/>
          <a:lstStyle/>
          <a:p>
            <a:r>
              <a:rPr sz="2800" b="1"/>
              <a:t>The two guards, and what they will not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2</a:t>
            </a:r>
          </a:p>
        </p:txBody>
      </p:sp>
      <p:sp>
        <p:nvSpPr>
          <p:cNvPr id="4" name="Subtitle 3"/>
          <p:cNvSpPr>
            <a:spLocks noGrp="1"/>
          </p:cNvSpPr>
          <p:nvPr>
            <p:ph type="subTitle" idx="1"/>
          </p:nvPr>
        </p:nvSpPr>
        <p:spPr>
          <a:xfrm>
            <a:off x="356616" y="3346704"/>
            <a:ext cx="11439144" cy="548640"/>
          </a:xfrm>
        </p:spPr>
        <p:txBody>
          <a:bodyPr/>
          <a:lstStyle/>
          <a:p>
            <a:r>
              <a:t>WCGRRT: the surface tests and posting   ·   10:15–12:00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Five surface tests, all native now</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REV 165 and 166 — the embedded tools are gone</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t>BOP Function Test</a:t>
            </a:r>
          </a:p>
          <a:p>
            <a:pPr>
              <a:spcAft>
                <a:spcPts val="600"/>
              </a:spcAft>
            </a:pPr>
            <a:r>
              <a:rPr sz="1400" b="0"/>
              <a:t>ILF rows, pod pressures, regulator checks.</a:t>
            </a:r>
          </a:p>
          <a:p>
            <a:pPr>
              <a:spcAft>
                <a:spcPts val="600"/>
              </a:spcAft>
            </a:pPr>
            <a:r>
              <a:rPr sz="1400" b="1"/>
              <a:t>EDS Verification</a:t>
            </a:r>
          </a:p>
          <a:p>
            <a:pPr>
              <a:spcAft>
                <a:spcPts val="600"/>
              </a:spcAft>
            </a:pPr>
            <a:r>
              <a:rPr sz="1400" b="0"/>
              <a:t>Your rig's own sequences, step by step, with actual times and remarks.</a:t>
            </a:r>
          </a:p>
          <a:p>
            <a:pPr>
              <a:spcAft>
                <a:spcPts val="600"/>
              </a:spcAft>
            </a:pPr>
            <a:r>
              <a:rPr sz="1400" b="1"/>
              <a:t>Acoustic Function Test</a:t>
            </a:r>
          </a:p>
          <a:p>
            <a:pPr>
              <a:spcAft>
                <a:spcPts val="600"/>
              </a:spcAft>
            </a:pPr>
            <a:r>
              <a:rPr sz="1400" b="0"/>
              <a:t>Rig-specific. Three rigs have no acoustic system and will say so.</a:t>
            </a:r>
          </a:p>
          <a:p>
            <a:pPr>
              <a:spcAft>
                <a:spcPts val="600"/>
              </a:spcAft>
            </a:pPr>
            <a:r>
              <a:rPr sz="1400" b="1"/>
              <a:t>EHBS</a:t>
            </a:r>
          </a:p>
          <a:p>
            <a:pPr>
              <a:spcAft>
                <a:spcPts val="600"/>
              </a:spcAft>
            </a:pPr>
            <a:r>
              <a:rPr sz="1400" b="0"/>
              <a:t>Three rig classes. DMAS gets a two-part test.</a:t>
            </a:r>
          </a:p>
          <a:p>
            <a:pPr>
              <a:spcAft>
                <a:spcPts val="600"/>
              </a:spcAft>
            </a:pPr>
            <a:r>
              <a:rPr sz="1400" b="1"/>
              <a:t>Surface Drawdown</a:t>
            </a:r>
          </a:p>
          <a:p>
            <a:pPr>
              <a:spcAft>
                <a:spcPts val="600"/>
              </a:spcAft>
            </a:pPr>
            <a:r>
              <a:rPr sz="1400" b="0"/>
              <a:t>Derived PASS/FAIL — see the next point.</a:t>
            </a:r>
          </a:p>
          <a:p>
            <a:pPr>
              <a:spcAft>
                <a:spcPts val="600"/>
              </a:spcAft>
            </a:pPr>
            <a:r>
              <a:rPr sz="1400" b="0"/>
              <a:t/>
            </a:r>
          </a:p>
          <a:p>
            <a:pPr>
              <a:spcAft>
                <a:spcPts val="600"/>
              </a:spcAft>
            </a:pPr>
            <a:r>
              <a:rPr sz="1400" b="1">
                <a:solidFill>
                  <a:srgbClr val="E25303"/>
                </a:solidFill>
              </a:rPr>
              <a:t>Until REV 165 these were embedded tools and nothing you typed was saved.</a:t>
            </a:r>
          </a:p>
          <a:p>
            <a:pPr>
              <a:spcAft>
                <a:spcPts val="600"/>
              </a:spcAft>
            </a:pPr>
            <a:r>
              <a:rPr sz="1400" b="0"/>
              <a:t>It printed and it looked right. It never reached the report. That is fixed; it is also why this module exists.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A derived PASS is not a judgement</a:t>
            </a:r>
          </a:p>
        </p:txBody>
      </p:sp>
      <p:sp>
        <p:nvSpPr>
          <p:cNvPr id="3" name="Text Placeholder 2"/>
          <p:cNvSpPr>
            <a:spLocks noGrp="1"/>
          </p:cNvSpPr>
          <p:nvPr>
            <p:ph type="body" idx="14" sz="quarter"/>
          </p:nvPr>
        </p:nvSpPr>
        <p:spPr/>
        <p:txBody>
          <a:bodyPr wrap="square"/>
          <a:lstStyle/>
          <a:p>
            <a:pPr>
              <a:spcAft>
                <a:spcPts val="600"/>
              </a:spcAft>
            </a:pPr>
            <a:r>
              <a:rPr sz="1400" b="0"/>
              <a:t>The drawdown verdict is arithmetic against a published limit.</a:t>
            </a:r>
          </a:p>
          <a:p>
            <a:pPr>
              <a:spcAft>
                <a:spcPts val="600"/>
              </a:spcAft>
            </a:pPr>
            <a:r>
              <a:rPr sz="1400" b="0"/>
              <a:t>It says the numbers are inside the boundary. It does not say the system is fit.</a:t>
            </a:r>
          </a:p>
          <a:p>
            <a:pPr>
              <a:spcAft>
                <a:spcPts val="600"/>
              </a:spcAft>
            </a:pPr>
            <a:r>
              <a:rPr sz="1400" b="0"/>
              <a:t>Absent means cannot be judged. It never means fail.</a:t>
            </a:r>
          </a:p>
          <a:p>
            <a:pPr>
              <a:spcAft>
                <a:spcPts val="600"/>
              </a:spcAft>
            </a:pPr>
            <a:r>
              <a:rPr sz="1400" b="0"/>
              <a:t>Incomplete is not a fail either — it is incomplete.</a:t>
            </a:r>
          </a:p>
        </p:txBody>
      </p:sp>
      <p:sp>
        <p:nvSpPr>
          <p:cNvPr id="4" name="Text Placeholder 3"/>
          <p:cNvSpPr>
            <a:spLocks noGrp="1"/>
          </p:cNvSpPr>
          <p:nvPr>
            <p:ph type="body" idx="15" sz="quarter"/>
          </p:nvPr>
        </p:nvSpPr>
        <p:spPr/>
        <p:txBody>
          <a:bodyPr/>
          <a:lstStyle/>
          <a:p>
            <a:r>
              <a:rPr sz="1500" b="1">
                <a:solidFill>
                  <a:srgbClr val="0082C0"/>
                </a:solidFill>
              </a:rPr>
              <a:t>Inline references (REV 166)</a:t>
            </a:r>
          </a:p>
        </p:txBody>
      </p:sp>
      <p:sp>
        <p:nvSpPr>
          <p:cNvPr id="5" name="Text Placeholder 4"/>
          <p:cNvSpPr>
            <a:spLocks noGrp="1"/>
          </p:cNvSpPr>
          <p:nvPr>
            <p:ph type="body" idx="16" sz="quarter"/>
          </p:nvPr>
        </p:nvSpPr>
        <p:spPr/>
        <p:txBody>
          <a:bodyPr wrap="square"/>
          <a:lstStyle/>
          <a:p>
            <a:pPr>
              <a:spcAft>
                <a:spcPts val="600"/>
              </a:spcAft>
            </a:pPr>
            <a:r>
              <a:rPr sz="1400" b="0"/>
              <a:t>Two per narrative box, labelled REFA and REFB.</a:t>
            </a:r>
          </a:p>
          <a:p>
            <a:pPr>
              <a:spcAft>
                <a:spcPts val="600"/>
              </a:spcAft>
            </a:pPr>
            <a:r>
              <a:rPr sz="1400" b="0"/>
              <a:t>Win+Shift+S, then Ctrl+V straight into the text.</a:t>
            </a:r>
          </a:p>
          <a:p>
            <a:pPr>
              <a:spcAft>
                <a:spcPts val="600"/>
              </a:spcAft>
            </a:pPr>
            <a:r>
              <a:rPr sz="1400" b="0"/>
              <a:t>For the thing a reader must see there and then — a clause, a drawing detail.</a:t>
            </a:r>
          </a:p>
          <a:p>
            <a:pPr>
              <a:spcAft>
                <a:spcPts val="600"/>
              </a:spcAft>
            </a:pPr>
            <a:r>
              <a:rPr sz="1400" b="0"/>
              <a:t>Everything else belongs in the photographs at the end.</a:t>
            </a:r>
          </a:p>
        </p:txBody>
      </p:sp>
      <p:sp>
        <p:nvSpPr>
          <p:cNvPr id="6" name="Text Placeholder 5"/>
          <p:cNvSpPr>
            <a:spLocks noGrp="1"/>
          </p:cNvSpPr>
          <p:nvPr>
            <p:ph type="body" idx="17" sz="quarter"/>
          </p:nvPr>
        </p:nvSpPr>
        <p:spPr/>
        <p:txBody>
          <a:bodyPr/>
          <a:lstStyle/>
          <a:p>
            <a:r>
              <a:rPr sz="1500" b="1">
                <a:solidFill>
                  <a:srgbClr val="E25303"/>
                </a:solidFill>
              </a:rPr>
              <a:t>Caption them</a:t>
            </a:r>
          </a:p>
        </p:txBody>
      </p:sp>
      <p:sp>
        <p:nvSpPr>
          <p:cNvPr id="7" name="Text Placeholder 6"/>
          <p:cNvSpPr>
            <a:spLocks noGrp="1"/>
          </p:cNvSpPr>
          <p:nvPr>
            <p:ph type="body" idx="18" sz="quarter"/>
          </p:nvPr>
        </p:nvSpPr>
        <p:spPr/>
        <p:txBody>
          <a:bodyPr wrap="square"/>
          <a:lstStyle/>
          <a:p>
            <a:pPr>
              <a:spcAft>
                <a:spcPts val="600"/>
              </a:spcAft>
            </a:pPr>
            <a:r>
              <a:rPr sz="1400" b="0"/>
              <a:t>Say where it came from: document number, revision, section.</a:t>
            </a:r>
          </a:p>
          <a:p>
            <a:pPr>
              <a:spcAft>
                <a:spcPts val="600"/>
              </a:spcAft>
            </a:pPr>
            <a:r>
              <a:rPr sz="1400" b="0"/>
              <a:t>Refer to it in the sentence — "outside the limit at REFA".</a:t>
            </a:r>
          </a:p>
          <a:p>
            <a:pPr>
              <a:spcAft>
                <a:spcPts val="600"/>
              </a:spcAft>
            </a:pPr>
            <a:r>
              <a:rPr sz="1400" b="0"/>
              <a:t>"See image above" stops making sense once the report is paginated.</a:t>
            </a:r>
          </a:p>
        </p:txBody>
      </p:sp>
      <p:sp>
        <p:nvSpPr>
          <p:cNvPr id="8" name="Text Placeholder 7"/>
          <p:cNvSpPr>
            <a:spLocks noGrp="1"/>
          </p:cNvSpPr>
          <p:nvPr>
            <p:ph type="body" idx="12" sz="quarter"/>
          </p:nvPr>
        </p:nvSpPr>
        <p:spPr/>
        <p:txBody>
          <a:bodyPr/>
          <a:lstStyle/>
          <a:p>
            <a:r>
              <a:rPr sz="2800" b="1"/>
              <a:t>Two things to get right in this module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3</a:t>
            </a:r>
          </a:p>
        </p:txBody>
      </p:sp>
      <p:sp>
        <p:nvSpPr>
          <p:cNvPr id="4" name="Subtitle 3"/>
          <p:cNvSpPr>
            <a:spLocks noGrp="1"/>
          </p:cNvSpPr>
          <p:nvPr>
            <p:ph type="subTitle" idx="1"/>
          </p:nvPr>
        </p:nvSpPr>
        <p:spPr>
          <a:xfrm>
            <a:off x="356616" y="3346704"/>
            <a:ext cx="11439144" cy="548640"/>
          </a:xfrm>
        </p:spPr>
        <p:txBody>
          <a:bodyPr/>
          <a:lstStyle/>
          <a:p>
            <a:r>
              <a:t>SSORT: CBM inspection and pre-deployment   ·   13:00–14:30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300" b="1">
                <a:solidFill>
                  <a:srgbClr val="5A6472"/>
                </a:solidFill>
              </a:rPr>
              <a:t>Read before you grade</a:t>
            </a:r>
          </a:p>
        </p:txBody>
      </p:sp>
      <p:sp>
        <p:nvSpPr>
          <p:cNvPr id="4" name="Text Placeholder 3"/>
          <p:cNvSpPr>
            <a:spLocks noGrp="1"/>
          </p:cNvSpPr>
          <p:nvPr>
            <p:ph type="body" idx="12" sz="quarter"/>
          </p:nvPr>
        </p:nvSpPr>
        <p:spPr/>
        <p:txBody>
          <a:bodyPr/>
          <a:lstStyle/>
          <a:p>
            <a:r>
              <a:rPr sz="2800" b="1"/>
              <a:t>NOV's five-level scale, and what each one means</a:t>
            </a:r>
          </a:p>
        </p:txBody>
      </p:sp>
      <p:sp>
        <p:nvSpPr>
          <p:cNvPr id="5" name="Text Placeholder 4"/>
          <p:cNvSpPr>
            <a:spLocks noGrp="1"/>
          </p:cNvSpPr>
          <p:nvPr>
            <p:ph type="body" idx="15" sz="quarter"/>
          </p:nvPr>
        </p:nvSpPr>
        <p:spPr/>
        <p:txBody>
          <a:bodyPr/>
          <a:lstStyle/>
          <a:p>
            <a:r>
              <a:rPr sz="1300" b="1">
                <a:solidFill>
                  <a:srgbClr val="5A6472"/>
                </a:solidFill>
              </a:rPr>
              <a:t>The scale</a:t>
            </a:r>
          </a:p>
        </p:txBody>
      </p:sp>
      <p:sp>
        <p:nvSpPr>
          <p:cNvPr id="6" name="Text Placeholder 5"/>
          <p:cNvSpPr>
            <a:spLocks noGrp="1"/>
          </p:cNvSpPr>
          <p:nvPr>
            <p:ph type="body" idx="20" sz="quarter"/>
          </p:nvPr>
        </p:nvSpPr>
        <p:spPr/>
        <p:txBody>
          <a:bodyPr wrap="square"/>
          <a:lstStyle/>
          <a:p>
            <a:pPr>
              <a:spcAft>
                <a:spcPts val="600"/>
              </a:spcAft>
            </a:pPr>
            <a:r>
              <a:rPr sz="1400" b="1">
                <a:solidFill>
                  <a:srgbClr val="002C77"/>
                </a:solidFill>
              </a:rPr>
              <a:t>99 tasks carry a grade.</a:t>
            </a:r>
          </a:p>
          <a:p>
            <a:pPr>
              <a:spcAft>
                <a:spcPts val="600"/>
              </a:spcAft>
            </a:pPr>
            <a:r>
              <a:rPr sz="1400" b="0"/>
              <a:t>85 of them now show NOV's own criteria for that specific item, on the ⓘ button.</a:t>
            </a:r>
          </a:p>
          <a:p>
            <a:pPr>
              <a:spcAft>
                <a:spcPts val="600"/>
              </a:spcAft>
            </a:pPr>
            <a:r>
              <a:rPr sz="1400" b="0"/>
              <a:t/>
            </a:r>
          </a:p>
          <a:p>
            <a:pPr>
              <a:spcAft>
                <a:spcPts val="600"/>
              </a:spcAft>
            </a:pPr>
            <a:r>
              <a:rPr sz="1400" b="1"/>
              <a:t>14 show the universal scale only.</a:t>
            </a:r>
          </a:p>
          <a:p>
            <a:pPr>
              <a:spcAft>
                <a:spcPts val="600"/>
              </a:spcAft>
            </a:pPr>
            <a:r>
              <a:rPr sz="1400" b="0"/>
              <a:t>NOV publishes no item criteria for those. The gap is left visible rather than invented.</a:t>
            </a:r>
          </a:p>
          <a:p>
            <a:pPr>
              <a:spcAft>
                <a:spcPts val="600"/>
              </a:spcAft>
            </a:pPr>
            <a:r>
              <a:rPr sz="1400" b="0"/>
              <a:t/>
            </a:r>
          </a:p>
          <a:p>
            <a:pPr>
              <a:spcAft>
                <a:spcPts val="600"/>
              </a:spcAft>
            </a:pPr>
            <a:r>
              <a:rPr sz="1400" b="1">
                <a:solidFill>
                  <a:srgbClr val="E25303"/>
                </a:solidFill>
              </a:rPr>
              <a:t>A cleaning task carries no grade.</a:t>
            </a:r>
          </a:p>
          <a:p>
            <a:pPr>
              <a:spcAft>
                <a:spcPts val="600"/>
              </a:spcAft>
            </a:pPr>
            <a:r>
              <a:rPr sz="1400" b="0"/>
              <a:t>You clean, you photograph. There is no judgement to record.</a:t>
            </a:r>
          </a:p>
        </p:txBody>
      </p:sp>
      <p:graphicFrame>
        <p:nvGraphicFramePr>
          <p:cNvPr id="7" name="Table 6"/>
          <p:cNvGraphicFramePr>
            <a:graphicFrameLocks noGrp="1"/>
          </p:cNvGraphicFramePr>
          <p:nvPr/>
        </p:nvGraphicFramePr>
        <p:xfrm>
          <a:off x="4192757" y="1903007"/>
          <a:ext cx="7614011" cy="2743200"/>
        </p:xfrm>
        <a:graphic>
          <a:graphicData uri="http://schemas.openxmlformats.org/drawingml/2006/table">
            <a:tbl>
              <a:tblPr firstRow="1" bandRow="1">
                <a:tableStyleId>{5C22544A-7EE6-4342-B048-85BDC9FD1C3A}</a:tableStyleId>
              </a:tblPr>
              <a:tblGrid>
                <a:gridCol w="731520"/>
                <a:gridCol w="3291840"/>
                <a:gridCol w="3590651"/>
              </a:tblGrid>
              <a:tr h="457200">
                <a:tc>
                  <a:txBody>
                    <a:bodyPr/>
                    <a:lstStyle/>
                    <a:p>
                      <a:r>
                        <a:rPr sz="1200" b="1">
                          <a:solidFill>
                            <a:srgbClr val="FFFFFF"/>
                          </a:solidFill>
                        </a:rPr>
                        <a:t/>
                      </a:r>
                    </a:p>
                  </a:txBody>
                  <a:tcPr/>
                </a:tc>
                <a:tc>
                  <a:txBody>
                    <a:bodyPr/>
                    <a:lstStyle/>
                    <a:p>
                      <a:r>
                        <a:rPr sz="1200" b="1">
                          <a:solidFill>
                            <a:srgbClr val="FFFFFF"/>
                          </a:solidFill>
                        </a:rPr>
                        <a:t>Condition</a:t>
                      </a:r>
                    </a:p>
                  </a:txBody>
                  <a:tcPr/>
                </a:tc>
                <a:tc>
                  <a:txBody>
                    <a:bodyPr/>
                    <a:lstStyle/>
                    <a:p>
                      <a:r>
                        <a:rPr sz="1200" b="1">
                          <a:solidFill>
                            <a:srgbClr val="FFFFFF"/>
                          </a:solidFill>
                        </a:rPr>
                        <a:t>Verdict</a:t>
                      </a:r>
                    </a:p>
                  </a:txBody>
                  <a:tcPr/>
                </a:tc>
              </a:tr>
              <a:tr h="457200">
                <a:tc>
                  <a:txBody>
                    <a:bodyPr wrap="square"/>
                    <a:lstStyle/>
                    <a:p>
                      <a:r>
                        <a:rPr sz="1100" b="1"/>
                        <a:t>1</a:t>
                      </a:r>
                    </a:p>
                  </a:txBody>
                  <a:tcPr/>
                </a:tc>
                <a:tc>
                  <a:txBody>
                    <a:bodyPr wrap="square"/>
                    <a:lstStyle/>
                    <a:p>
                      <a:r>
                        <a:rPr sz="1100" b="0"/>
                        <a:t>As new</a:t>
                      </a:r>
                    </a:p>
                  </a:txBody>
                  <a:tcPr/>
                </a:tc>
                <a:tc>
                  <a:txBody>
                    <a:bodyPr wrap="square"/>
                    <a:lstStyle/>
                    <a:p>
                      <a:r>
                        <a:rPr sz="1100" b="0">
                          <a:solidFill>
                            <a:srgbClr val="1C7C3F"/>
                          </a:solidFill>
                        </a:rPr>
                        <a:t>Acceptable</a:t>
                      </a:r>
                    </a:p>
                  </a:txBody>
                  <a:tcPr/>
                </a:tc>
              </a:tr>
              <a:tr h="457200">
                <a:tc>
                  <a:txBody>
                    <a:bodyPr wrap="square"/>
                    <a:lstStyle/>
                    <a:p>
                      <a:r>
                        <a:rPr sz="1100" b="1"/>
                        <a:t>2</a:t>
                      </a:r>
                    </a:p>
                  </a:txBody>
                  <a:tcPr/>
                </a:tc>
                <a:tc>
                  <a:txBody>
                    <a:bodyPr wrap="square"/>
                    <a:lstStyle/>
                    <a:p>
                      <a:r>
                        <a:rPr sz="1100" b="0"/>
                        <a:t>Light wear, within limits</a:t>
                      </a:r>
                    </a:p>
                  </a:txBody>
                  <a:tcPr/>
                </a:tc>
                <a:tc>
                  <a:txBody>
                    <a:bodyPr wrap="square"/>
                    <a:lstStyle/>
                    <a:p>
                      <a:r>
                        <a:rPr sz="1100" b="0">
                          <a:solidFill>
                            <a:srgbClr val="1C7C3F"/>
                          </a:solidFill>
                        </a:rPr>
                        <a:t>Acceptable</a:t>
                      </a:r>
                    </a:p>
                  </a:txBody>
                  <a:tcPr/>
                </a:tc>
              </a:tr>
              <a:tr h="457200">
                <a:tc>
                  <a:txBody>
                    <a:bodyPr wrap="square"/>
                    <a:lstStyle/>
                    <a:p>
                      <a:r>
                        <a:rPr sz="1100" b="1"/>
                        <a:t>3</a:t>
                      </a:r>
                    </a:p>
                  </a:txBody>
                  <a:tcPr/>
                </a:tc>
                <a:tc>
                  <a:txBody>
                    <a:bodyPr wrap="square"/>
                    <a:lstStyle/>
                    <a:p>
                      <a:r>
                        <a:rPr sz="1100" b="0"/>
                        <a:t>Wear or damage, still serviceable</a:t>
                      </a:r>
                    </a:p>
                  </a:txBody>
                  <a:tcPr/>
                </a:tc>
                <a:tc>
                  <a:txBody>
                    <a:bodyPr wrap="square"/>
                    <a:lstStyle/>
                    <a:p>
                      <a:r>
                        <a:rPr sz="1100" b="0">
                          <a:solidFill>
                            <a:srgbClr val="E25303"/>
                          </a:solidFill>
                        </a:rPr>
                        <a:t>Acceptable with findings — monitor</a:t>
                      </a:r>
                    </a:p>
                  </a:txBody>
                  <a:tcPr/>
                </a:tc>
              </a:tr>
              <a:tr h="457200">
                <a:tc>
                  <a:txBody>
                    <a:bodyPr wrap="square"/>
                    <a:lstStyle/>
                    <a:p>
                      <a:r>
                        <a:rPr sz="1100" b="1"/>
                        <a:t>4</a:t>
                      </a:r>
                    </a:p>
                  </a:txBody>
                  <a:tcPr/>
                </a:tc>
                <a:tc>
                  <a:txBody>
                    <a:bodyPr wrap="square"/>
                    <a:lstStyle/>
                    <a:p>
                      <a:r>
                        <a:rPr sz="1100" b="0"/>
                        <a:t>Beyond acceptable limits</a:t>
                      </a:r>
                    </a:p>
                  </a:txBody>
                  <a:tcPr/>
                </a:tc>
                <a:tc>
                  <a:txBody>
                    <a:bodyPr wrap="square"/>
                    <a:lstStyle/>
                    <a:p>
                      <a:r>
                        <a:rPr sz="1100" b="0">
                          <a:solidFill>
                            <a:srgbClr val="B32424"/>
                          </a:solidFill>
                        </a:rPr>
                        <a:t>Not acceptable</a:t>
                      </a:r>
                    </a:p>
                  </a:txBody>
                  <a:tcPr/>
                </a:tc>
              </a:tr>
              <a:tr h="457200">
                <a:tc>
                  <a:txBody>
                    <a:bodyPr wrap="square"/>
                    <a:lstStyle/>
                    <a:p>
                      <a:r>
                        <a:rPr sz="1100" b="1"/>
                        <a:t>5</a:t>
                      </a:r>
                    </a:p>
                  </a:txBody>
                  <a:tcPr/>
                </a:tc>
                <a:tc>
                  <a:txBody>
                    <a:bodyPr wrap="square"/>
                    <a:lstStyle/>
                    <a:p>
                      <a:r>
                        <a:rPr sz="1100" b="0"/>
                        <a:t>Failed or unserviceable</a:t>
                      </a:r>
                    </a:p>
                  </a:txBody>
                  <a:tcPr/>
                </a:tc>
                <a:tc>
                  <a:txBody>
                    <a:bodyPr wrap="square"/>
                    <a:lstStyle/>
                    <a:p>
                      <a:r>
                        <a:rPr sz="1100" b="0">
                          <a:solidFill>
                            <a:srgbClr val="B32424"/>
                          </a:solidFill>
                        </a:rPr>
                        <a:t>Not acceptable</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NOV publishes</a:t>
            </a:r>
          </a:p>
        </p:txBody>
      </p:sp>
      <p:sp>
        <p:nvSpPr>
          <p:cNvPr id="3" name="Text Placeholder 2"/>
          <p:cNvSpPr>
            <a:spLocks noGrp="1"/>
          </p:cNvSpPr>
          <p:nvPr>
            <p:ph type="body" idx="14" sz="quarter"/>
          </p:nvPr>
        </p:nvSpPr>
        <p:spPr/>
        <p:txBody>
          <a:bodyPr wrap="square"/>
          <a:lstStyle/>
          <a:p>
            <a:pPr>
              <a:spcAft>
                <a:spcPts val="600"/>
              </a:spcAft>
            </a:pPr>
            <a:r>
              <a:rPr sz="1400" b="0"/>
              <a:t>Across all 44 NOV CBM documents:</a:t>
            </a:r>
          </a:p>
          <a:p>
            <a:pPr>
              <a:spcAft>
                <a:spcPts val="600"/>
              </a:spcAft>
            </a:pPr>
            <a:r>
              <a:rPr sz="1400" b="0"/>
              <a:t>3,751 references to grades.</a:t>
            </a:r>
          </a:p>
          <a:p>
            <a:pPr>
              <a:spcAft>
                <a:spcPts val="600"/>
              </a:spcAft>
            </a:pPr>
            <a:r>
              <a:rPr sz="1400" b="0"/>
              <a:t>6 references to figures.</a:t>
            </a:r>
          </a:p>
          <a:p>
            <a:pPr>
              <a:spcAft>
                <a:spcPts val="600"/>
              </a:spcAft>
            </a:pPr>
            <a:r>
              <a:rPr sz="1400" b="1">
                <a:solidFill>
                  <a:srgbClr val="E25303"/>
                </a:solidFill>
              </a:rPr>
              <a:t>Not one line ties a figure to a grade.</a:t>
            </a:r>
          </a:p>
          <a:p>
            <a:pPr>
              <a:spcAft>
                <a:spcPts val="600"/>
              </a:spcAft>
            </a:pPr>
            <a:r>
              <a:rPr sz="1400" b="0"/>
              <a:t>There is no NOV photograph of what a Grade 3 looks like.</a:t>
            </a:r>
          </a:p>
        </p:txBody>
      </p:sp>
      <p:sp>
        <p:nvSpPr>
          <p:cNvPr id="4" name="Text Placeholder 3"/>
          <p:cNvSpPr>
            <a:spLocks noGrp="1"/>
          </p:cNvSpPr>
          <p:nvPr>
            <p:ph type="body" idx="15" sz="quarter"/>
          </p:nvPr>
        </p:nvSpPr>
        <p:spPr/>
        <p:txBody>
          <a:bodyPr/>
          <a:lstStyle/>
          <a:p>
            <a:r>
              <a:rPr sz="1500" b="1">
                <a:solidFill>
                  <a:srgbClr val="0082C0"/>
                </a:solidFill>
              </a:rPr>
              <a:t>What the tool shows</a:t>
            </a:r>
          </a:p>
        </p:txBody>
      </p:sp>
      <p:sp>
        <p:nvSpPr>
          <p:cNvPr id="5" name="Text Placeholder 4"/>
          <p:cNvSpPr>
            <a:spLocks noGrp="1"/>
          </p:cNvSpPr>
          <p:nvPr>
            <p:ph type="body" idx="16" sz="quarter"/>
          </p:nvPr>
        </p:nvSpPr>
        <p:spPr/>
        <p:txBody>
          <a:bodyPr wrap="square"/>
          <a:lstStyle/>
          <a:p>
            <a:pPr>
              <a:spcAft>
                <a:spcPts val="600"/>
              </a:spcAft>
            </a:pPr>
            <a:r>
              <a:rPr sz="1400" b="0"/>
              <a:t>51 reference photographs now carry the task they illustrate and the grade they show.</a:t>
            </a:r>
          </a:p>
          <a:p>
            <a:pPr>
              <a:spcAft>
                <a:spcPts val="600"/>
              </a:spcAft>
            </a:pPr>
            <a:r>
              <a:rPr sz="1400" b="0"/>
              <a:t>Captioned from Seadrill field experience.</a:t>
            </a:r>
          </a:p>
          <a:p>
            <a:pPr>
              <a:spcAft>
                <a:spcPts val="600"/>
              </a:spcAft>
            </a:pPr>
            <a:r>
              <a:rPr sz="1400" b="0"/>
              <a:t>Labelled as such on the screen, every time.</a:t>
            </a:r>
          </a:p>
        </p:txBody>
      </p:sp>
      <p:sp>
        <p:nvSpPr>
          <p:cNvPr id="6" name="Text Placeholder 5"/>
          <p:cNvSpPr>
            <a:spLocks noGrp="1"/>
          </p:cNvSpPr>
          <p:nvPr>
            <p:ph type="body" idx="17" sz="quarter"/>
          </p:nvPr>
        </p:nvSpPr>
        <p:spPr/>
        <p:txBody>
          <a:bodyPr/>
          <a:lstStyle/>
          <a:p>
            <a:r>
              <a:rPr sz="1500" b="1">
                <a:solidFill>
                  <a:srgbClr val="E25303"/>
                </a:solidFill>
              </a:rPr>
              <a:t>Why that matters</a:t>
            </a:r>
          </a:p>
        </p:txBody>
      </p:sp>
      <p:sp>
        <p:nvSpPr>
          <p:cNvPr id="7" name="Text Placeholder 6"/>
          <p:cNvSpPr>
            <a:spLocks noGrp="1"/>
          </p:cNvSpPr>
          <p:nvPr>
            <p:ph type="body" idx="18" sz="quarter"/>
          </p:nvPr>
        </p:nvSpPr>
        <p:spPr/>
        <p:txBody>
          <a:bodyPr wrap="square"/>
          <a:lstStyle/>
          <a:p>
            <a:pPr>
              <a:spcAft>
                <a:spcPts val="600"/>
              </a:spcAft>
            </a:pPr>
            <a:r>
              <a:rPr sz="1400" b="0"/>
              <a:t>A grade on a reference photograph is one superintendent's read of a picture.</a:t>
            </a:r>
          </a:p>
          <a:p>
            <a:pPr>
              <a:spcAft>
                <a:spcPts val="600"/>
              </a:spcAft>
            </a:pPr>
            <a:r>
              <a:rPr sz="1400" b="0"/>
              <a:t>A grade you assign to a component is a record.</a:t>
            </a:r>
          </a:p>
          <a:p>
            <a:pPr>
              <a:spcAft>
                <a:spcPts val="600"/>
              </a:spcAft>
            </a:pPr>
            <a:r>
              <a:rPr sz="1400" b="0"/>
              <a:t>Use the first to be consistent. Never confuse it with the second.</a:t>
            </a:r>
          </a:p>
        </p:txBody>
      </p:sp>
      <p:sp>
        <p:nvSpPr>
          <p:cNvPr id="8" name="Text Placeholder 7"/>
          <p:cNvSpPr>
            <a:spLocks noGrp="1"/>
          </p:cNvSpPr>
          <p:nvPr>
            <p:ph type="body" idx="12" sz="quarter"/>
          </p:nvPr>
        </p:nvSpPr>
        <p:spPr/>
        <p:txBody>
          <a:bodyPr/>
          <a:lstStyle/>
          <a:p>
            <a:r>
              <a:rPr sz="2800" b="1"/>
              <a:t>Reference photographs — whose judgement is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Pre-deployment, and the cavity record</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Two things that will refuse to post</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solidFill>
                  <a:srgbClr val="002C77"/>
                </a:solidFill>
              </a:rPr>
              <a:t>Pre-deployment checklist</a:t>
            </a:r>
          </a:p>
          <a:p>
            <a:pPr>
              <a:spcAft>
                <a:spcPts val="600"/>
              </a:spcAft>
            </a:pPr>
            <a:r>
              <a:rPr sz="1400" b="0"/>
              <a:t>The packer attestation is mandatory. Two cavity photographs per cavity — a 7-cavity BOP needs 14.</a:t>
            </a:r>
          </a:p>
          <a:p>
            <a:pPr>
              <a:spcAft>
                <a:spcPts val="600"/>
              </a:spcAft>
            </a:pPr>
            <a:r>
              <a:rPr sz="1400" b="0"/>
              <a:t>An incomplete checklist is refused, not warned. The tool names what is missing. New in 165: the Rev 9 additions (ROV panel line-up photos; riser ticks).</a:t>
            </a:r>
          </a:p>
          <a:p>
            <a:pPr>
              <a:spcAft>
                <a:spcPts val="600"/>
              </a:spcAft>
            </a:pPr>
            <a:r>
              <a:rPr sz="1400" b="0"/>
              <a:t/>
            </a:r>
          </a:p>
          <a:p>
            <a:pPr>
              <a:spcAft>
                <a:spcPts val="600"/>
              </a:spcAft>
            </a:pPr>
            <a:r>
              <a:rPr sz="1400" b="1">
                <a:solidFill>
                  <a:srgbClr val="002C77"/>
                </a:solidFill>
              </a:rPr>
              <a:t>Ram Cavity Dimensions</a:t>
            </a:r>
          </a:p>
          <a:p>
            <a:pPr>
              <a:spcAft>
                <a:spcPts val="600"/>
              </a:spcAft>
            </a:pPr>
            <a:r>
              <a:rPr sz="1400" b="0"/>
              <a:t>It sits under Calculators and it is not a calculator. It is a dimensional inspection record:</a:t>
            </a:r>
          </a:p>
          <a:p>
            <a:pPr>
              <a:spcAft>
                <a:spcPts val="600"/>
              </a:spcAft>
            </a:pPr>
            <a:r>
              <a:rPr sz="1400" b="0"/>
              <a:t>rig, date, supervisor, witness, and PASS/FAIL against TR-WCE-331-038 Rev 3.</a:t>
            </a:r>
          </a:p>
          <a:p>
            <a:pPr>
              <a:spcAft>
                <a:spcPts val="600"/>
              </a:spcAft>
            </a:pPr>
            <a:r>
              <a:rPr sz="1400" b="0"/>
              <a:t/>
            </a:r>
          </a:p>
          <a:p>
            <a:pPr>
              <a:spcAft>
                <a:spcPts val="600"/>
              </a:spcAft>
            </a:pPr>
            <a:r>
              <a:rPr sz="1400" b="1">
                <a:solidFill>
                  <a:srgbClr val="E25303"/>
                </a:solidFill>
              </a:rPr>
              <a:t>Until REV 148 none of it was saved.</a:t>
            </a:r>
          </a:p>
          <a:p>
            <a:pPr>
              <a:spcAft>
                <a:spcPts val="600"/>
              </a:spcAft>
            </a:pPr>
            <a:r>
              <a:rPr sz="1400" b="0"/>
              <a:t>Same defect as the surface tests. Everything you type now reaches the report.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New this month, on SSORT 165</a:t>
            </a:r>
          </a:p>
        </p:txBody>
      </p:sp>
      <p:sp>
        <p:nvSpPr>
          <p:cNvPr id="4" name="Text Placeholder 3"/>
          <p:cNvSpPr>
            <a:spLocks noGrp="1"/>
          </p:cNvSpPr>
          <p:nvPr>
            <p:ph type="body" idx="13" sz="quarter"/>
          </p:nvPr>
        </p:nvSpPr>
        <p:spPr>
          <a:xfrm>
            <a:off x="384048" y="1655064"/>
            <a:ext cx="11411712" cy="292608"/>
          </a:xfrm>
        </p:spPr>
        <p:txBody>
          <a:bodyPr/>
          <a:lstStyle/>
          <a:p>
            <a:r>
              <a:rPr sz="1300" b="1">
                <a:solidFill>
                  <a:srgbClr val="5A6472"/>
                </a:solidFill>
              </a:rPr>
              <a:t>Three things you will meet on the rig</a:t>
            </a:r>
          </a:p>
        </p:txBody>
      </p:sp>
      <p:sp>
        <p:nvSpPr>
          <p:cNvPr id="5" name="Text Placeholder 4"/>
          <p:cNvSpPr>
            <a:spLocks noGrp="1"/>
          </p:cNvSpPr>
          <p:nvPr>
            <p:ph type="body" idx="14" sz="quarter"/>
          </p:nvPr>
        </p:nvSpPr>
        <p:spPr>
          <a:xfrm>
            <a:off x="384048" y="1993392"/>
            <a:ext cx="11411712" cy="4160520"/>
          </a:xfrm>
        </p:spPr>
        <p:txBody>
          <a:bodyPr wrap="square"/>
          <a:lstStyle/>
          <a:p>
            <a:pPr>
              <a:spcAft>
                <a:spcPts val="600"/>
              </a:spcAft>
            </a:pPr>
            <a:r>
              <a:rPr sz="1400" b="1">
                <a:solidFill>
                  <a:srgbClr val="002C77"/>
                </a:solidFill>
              </a:rPr>
              <a:t>Model and serial: per unit, required by NOV</a:t>
            </a:r>
          </a:p>
          <a:p>
            <a:pPr>
              <a:spcAft>
                <a:spcPts val="600"/>
              </a:spcAft>
            </a:pPr>
            <a:r>
              <a:rPr sz="1400" b="0"/>
              <a:t>Read them off the unit for every CBM.</a:t>
            </a:r>
          </a:p>
          <a:p>
            <a:pPr>
              <a:spcAft>
                <a:spcPts val="600"/>
              </a:spcAft>
            </a:pPr>
            <a:r>
              <a:rPr sz="1400" b="0"/>
              <a:t>Copy-to-all and Duplicate no longer carry them; Post to OEM asks if they are blank.</a:t>
            </a:r>
          </a:p>
          <a:p>
            <a:pPr>
              <a:spcAft>
                <a:spcPts val="600"/>
              </a:spcAft>
            </a:pPr>
            <a:r>
              <a:rPr sz="1400" b="0"/>
              <a:t/>
            </a:r>
          </a:p>
          <a:p>
            <a:pPr>
              <a:spcAft>
                <a:spcPts val="600"/>
              </a:spcAft>
            </a:pPr>
            <a:r>
              <a:rPr sz="1400" b="1">
                <a:solidFill>
                  <a:srgbClr val="002C77"/>
                </a:solidFill>
              </a:rPr>
              <a:t>Rig down? The Technical Assistance Request</a:t>
            </a:r>
          </a:p>
          <a:p>
            <a:pPr>
              <a:spcAft>
                <a:spcPts val="600"/>
              </a:spcAft>
            </a:pPr>
            <a:r>
              <a:rPr sz="1400" b="0"/>
              <a:t>Requests tab. FRM-00-0169 with the DIR-00-0116 deadlines worked out for you.</a:t>
            </a:r>
          </a:p>
          <a:p>
            <a:pPr>
              <a:spcAft>
                <a:spcPts val="600"/>
              </a:spcAft>
            </a:pPr>
            <a:r>
              <a:rPr sz="1400" b="0"/>
              <a:t>It says plainly whether the server received it.</a:t>
            </a:r>
          </a:p>
          <a:p>
            <a:pPr>
              <a:spcAft>
                <a:spcPts val="600"/>
              </a:spcAft>
            </a:pPr>
            <a:r>
              <a:rPr sz="1400" b="0"/>
              <a:t/>
            </a:r>
          </a:p>
          <a:p>
            <a:pPr>
              <a:spcAft>
                <a:spcPts val="600"/>
              </a:spcAft>
            </a:pPr>
            <a:r>
              <a:rPr sz="1400" b="1">
                <a:solidFill>
                  <a:srgbClr val="E25303"/>
                </a:solidFill>
              </a:rPr>
              <a:t>Maintenance plan (DL-1) and Link to plan</a:t>
            </a:r>
          </a:p>
          <a:p>
            <a:pPr>
              <a:spcAft>
                <a:spcPts val="600"/>
              </a:spcAft>
            </a:pPr>
            <a:r>
              <a:rPr sz="1400" b="0"/>
              <a:t>For Argo Navis plans: every post carries the plan, and Link to plan files the evidence against the task. No plan yet: it says so, and posts go out as normal.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Module 4</a:t>
            </a:r>
          </a:p>
        </p:txBody>
      </p:sp>
      <p:sp>
        <p:nvSpPr>
          <p:cNvPr id="4" name="Subtitle 3"/>
          <p:cNvSpPr>
            <a:spLocks noGrp="1"/>
          </p:cNvSpPr>
          <p:nvPr>
            <p:ph type="subTitle" idx="1"/>
          </p:nvPr>
        </p:nvSpPr>
        <p:spPr>
          <a:xfrm>
            <a:off x="356616" y="3346704"/>
            <a:ext cx="11439144" cy="548640"/>
          </a:xfrm>
        </p:spPr>
        <p:txBody>
          <a:bodyPr/>
          <a:lstStyle/>
          <a:p>
            <a:r>
              <a:t>Exercise   ·   14:45–17:00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you produce</a:t>
            </a:r>
          </a:p>
        </p:txBody>
      </p:sp>
      <p:sp>
        <p:nvSpPr>
          <p:cNvPr id="3" name="Text Placeholder 2"/>
          <p:cNvSpPr>
            <a:spLocks noGrp="1"/>
          </p:cNvSpPr>
          <p:nvPr>
            <p:ph type="body" idx="14" sz="quarter"/>
          </p:nvPr>
        </p:nvSpPr>
        <p:spPr/>
        <p:txBody>
          <a:bodyPr wrap="square"/>
          <a:lstStyle/>
          <a:p>
            <a:pPr>
              <a:spcAft>
                <a:spcPts val="600"/>
              </a:spcAft>
            </a:pPr>
            <a:r>
              <a:rPr sz="1400" b="0"/>
              <a:t>One daily report with two equipment entries.</a:t>
            </a:r>
          </a:p>
          <a:p>
            <a:pPr>
              <a:spcAft>
                <a:spcPts val="600"/>
              </a:spcAft>
            </a:pPr>
            <a:r>
              <a:rPr sz="1400" b="0"/>
              <a:t>One surface test.</a:t>
            </a:r>
          </a:p>
          <a:p>
            <a:pPr>
              <a:spcAft>
                <a:spcPts val="600"/>
              </a:spcAft>
            </a:pPr>
            <a:r>
              <a:rPr sz="1400" b="0"/>
              <a:t>One CBM inspection on Riser Adapter, with its model and serial and a test record attached.</a:t>
            </a:r>
          </a:p>
          <a:p>
            <a:pPr>
              <a:spcAft>
                <a:spcPts val="600"/>
              </a:spcAft>
            </a:pPr>
            <a:r>
              <a:rPr sz="1400" b="0"/>
              <a:t>One pre-deployment checklist to the attestation.</a:t>
            </a:r>
          </a:p>
          <a:p>
            <a:pPr>
              <a:spcAft>
                <a:spcPts val="600"/>
              </a:spcAft>
            </a:pPr>
            <a:r>
              <a:rPr sz="1400" b="0"/>
              <a:t/>
            </a:r>
          </a:p>
          <a:p>
            <a:pPr>
              <a:spcAft>
                <a:spcPts val="600"/>
              </a:spcAft>
            </a:pPr>
            <a:r>
              <a:rPr sz="1400" b="1">
                <a:solidFill>
                  <a:srgbClr val="E25303"/>
                </a:solidFill>
              </a:rPr>
              <a:t>Asset: SSCE Equipment. Always.</a:t>
            </a:r>
          </a:p>
          <a:p>
            <a:pPr>
              <a:spcAft>
                <a:spcPts val="600"/>
              </a:spcAft>
            </a:pPr>
            <a:r>
              <a:rPr sz="1400" b="0"/>
              <a:t>You post these for real. SSCE Equipment never enters a fleet count, and the class’s posts are deleted afterwards.</a:t>
            </a:r>
          </a:p>
        </p:txBody>
      </p:sp>
      <p:sp>
        <p:nvSpPr>
          <p:cNvPr id="4" name="Text Placeholder 3"/>
          <p:cNvSpPr>
            <a:spLocks noGrp="1"/>
          </p:cNvSpPr>
          <p:nvPr>
            <p:ph type="body" idx="15" sz="quarter"/>
          </p:nvPr>
        </p:nvSpPr>
        <p:spPr/>
        <p:txBody>
          <a:bodyPr/>
          <a:lstStyle/>
          <a:p>
            <a:r>
              <a:rPr sz="1500" b="1">
                <a:solidFill>
                  <a:srgbClr val="0082C0"/>
                </a:solidFill>
              </a:rPr>
              <a:t>Three traps, on purpose</a:t>
            </a:r>
          </a:p>
        </p:txBody>
      </p:sp>
      <p:sp>
        <p:nvSpPr>
          <p:cNvPr id="5" name="Text Placeholder 4"/>
          <p:cNvSpPr>
            <a:spLocks noGrp="1"/>
          </p:cNvSpPr>
          <p:nvPr>
            <p:ph type="body" idx="16" sz="quarter"/>
          </p:nvPr>
        </p:nvSpPr>
        <p:spPr/>
        <p:txBody>
          <a:bodyPr wrap="square"/>
          <a:lstStyle/>
          <a:p>
            <a:pPr>
              <a:spcAft>
                <a:spcPts val="600"/>
              </a:spcAft>
            </a:pPr>
            <a:r>
              <a:rPr sz="1400" b="0"/>
              <a:t>A photograph with no caption.</a:t>
            </a:r>
          </a:p>
          <a:p>
            <a:pPr>
              <a:spcAft>
                <a:spcPts val="600"/>
              </a:spcAft>
            </a:pPr>
            <a:r>
              <a:rPr sz="1400" b="0"/>
              <a:t>An entry left on yesterday's date.</a:t>
            </a:r>
          </a:p>
          <a:p>
            <a:pPr>
              <a:spcAft>
                <a:spcPts val="600"/>
              </a:spcAft>
            </a:pPr>
            <a:r>
              <a:rPr sz="1400" b="0"/>
              <a:t>A grade recorded with no photograph behind it.</a:t>
            </a:r>
          </a:p>
          <a:p>
            <a:pPr>
              <a:spcAft>
                <a:spcPts val="600"/>
              </a:spcAft>
            </a:pPr>
            <a:r>
              <a:rPr sz="1400" b="0"/>
              <a:t/>
            </a:r>
          </a:p>
          <a:p>
            <a:pPr>
              <a:spcAft>
                <a:spcPts val="600"/>
              </a:spcAft>
            </a:pPr>
            <a:r>
              <a:rPr sz="1400" b="0"/>
              <a:t>Each one is something the tools have seen in the field.</a:t>
            </a:r>
          </a:p>
        </p:txBody>
      </p:sp>
      <p:sp>
        <p:nvSpPr>
          <p:cNvPr id="6" name="Text Placeholder 5"/>
          <p:cNvSpPr>
            <a:spLocks noGrp="1"/>
          </p:cNvSpPr>
          <p:nvPr>
            <p:ph type="body" idx="17" sz="quarter"/>
          </p:nvPr>
        </p:nvSpPr>
        <p:spPr/>
        <p:txBody>
          <a:bodyPr/>
          <a:lstStyle/>
          <a:p>
            <a:r>
              <a:rPr sz="1500" b="1">
                <a:solidFill>
                  <a:srgbClr val="E25303"/>
                </a:solidFill>
              </a:rPr>
              <a:t>What to notice</a:t>
            </a:r>
          </a:p>
        </p:txBody>
      </p:sp>
      <p:sp>
        <p:nvSpPr>
          <p:cNvPr id="7" name="Text Placeholder 6"/>
          <p:cNvSpPr>
            <a:spLocks noGrp="1"/>
          </p:cNvSpPr>
          <p:nvPr>
            <p:ph type="body" idx="18" sz="quarter"/>
          </p:nvPr>
        </p:nvSpPr>
        <p:spPr/>
        <p:txBody>
          <a:bodyPr wrap="square"/>
          <a:lstStyle/>
          <a:p>
            <a:pPr>
              <a:spcAft>
                <a:spcPts val="600"/>
              </a:spcAft>
            </a:pPr>
            <a:r>
              <a:rPr sz="1400" b="0"/>
              <a:t>Which traps the tool catches, and how loudly.</a:t>
            </a:r>
          </a:p>
          <a:p>
            <a:pPr>
              <a:spcAft>
                <a:spcPts val="600"/>
              </a:spcAft>
            </a:pPr>
            <a:r>
              <a:rPr sz="1400" b="0"/>
              <a:t>Which it lets through, and why that is deliberate.</a:t>
            </a:r>
          </a:p>
          <a:p>
            <a:pPr>
              <a:spcAft>
                <a:spcPts val="600"/>
              </a:spcAft>
            </a:pPr>
            <a:r>
              <a:rPr sz="1400" b="0"/>
              <a:t>One report at a time: post it, New Trip, then the next one.</a:t>
            </a:r>
          </a:p>
          <a:p>
            <a:pPr>
              <a:spcAft>
                <a:spcPts val="600"/>
              </a:spcAft>
            </a:pPr>
            <a:r>
              <a:rPr sz="1400" b="0"/>
              <a:t>Your own report date. It is the only thing keeping your work apart from everyone else’s.</a:t>
            </a:r>
          </a:p>
        </p:txBody>
      </p:sp>
      <p:sp>
        <p:nvSpPr>
          <p:cNvPr id="8" name="Text Placeholder 7"/>
          <p:cNvSpPr>
            <a:spLocks noGrp="1"/>
          </p:cNvSpPr>
          <p:nvPr>
            <p:ph type="body" idx="12" sz="quarter"/>
          </p:nvPr>
        </p:nvSpPr>
        <p:spPr/>
        <p:txBody>
          <a:bodyPr/>
          <a:lstStyle/>
          <a:p>
            <a:r>
              <a:rPr sz="2800" b="1"/>
              <a:t>The exercise, and the traps in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2600" b="1"/>
              <a:t>Every check the tools make before Post</a:t>
            </a:r>
          </a:p>
        </p:txBody>
      </p:sp>
      <p:graphicFrame>
        <p:nvGraphicFramePr>
          <p:cNvPr id="3" name="Table 2"/>
          <p:cNvGraphicFramePr>
            <a:graphicFrameLocks noGrp="1"/>
          </p:cNvGraphicFramePr>
          <p:nvPr/>
        </p:nvGraphicFramePr>
        <p:xfrm>
          <a:off x="384048" y="1051560"/>
          <a:ext cx="11430000" cy="4828032"/>
        </p:xfrm>
        <a:graphic>
          <a:graphicData uri="http://schemas.openxmlformats.org/drawingml/2006/table">
            <a:tbl>
              <a:tblPr firstRow="1" bandRow="1">
                <a:tableStyleId>{5C22544A-7EE6-4342-B048-85BDC9FD1C3A}</a:tableStyleId>
              </a:tblPr>
              <a:tblGrid>
                <a:gridCol w="2788920"/>
                <a:gridCol w="960120"/>
                <a:gridCol w="1143000"/>
                <a:gridCol w="6537960"/>
              </a:tblGrid>
              <a:tr h="301752">
                <a:tc>
                  <a:txBody>
                    <a:bodyPr/>
                    <a:lstStyle/>
                    <a:p>
                      <a:r>
                        <a:rPr sz="1050" b="1">
                          <a:solidFill>
                            <a:srgbClr val="FFFFFF"/>
                          </a:solidFill>
                        </a:rPr>
                        <a:t>What stopped you</a:t>
                      </a:r>
                    </a:p>
                  </a:txBody>
                  <a:tcPr marT="27432" marB="27432"/>
                </a:tc>
                <a:tc>
                  <a:txBody>
                    <a:bodyPr/>
                    <a:lstStyle/>
                    <a:p>
                      <a:r>
                        <a:rPr sz="1050" b="1">
                          <a:solidFill>
                            <a:srgbClr val="FFFFFF"/>
                          </a:solidFill>
                        </a:rPr>
                        <a:t>Tool</a:t>
                      </a:r>
                    </a:p>
                  </a:txBody>
                  <a:tcPr marT="27432" marB="27432"/>
                </a:tc>
                <a:tc>
                  <a:txBody>
                    <a:bodyPr/>
                    <a:lstStyle/>
                    <a:p>
                      <a:r>
                        <a:rPr sz="1050" b="1">
                          <a:solidFill>
                            <a:srgbClr val="FFFFFF"/>
                          </a:solidFill>
                        </a:rPr>
                        <a:t>Effect</a:t>
                      </a:r>
                    </a:p>
                  </a:txBody>
                  <a:tcPr marT="27432" marB="27432"/>
                </a:tc>
                <a:tc>
                  <a:txBody>
                    <a:bodyPr/>
                    <a:lstStyle/>
                    <a:p>
                      <a:r>
                        <a:rPr sz="1050" b="1">
                          <a:solidFill>
                            <a:srgbClr val="FFFFFF"/>
                          </a:solidFill>
                        </a:rPr>
                        <a:t>What it means</a:t>
                      </a:r>
                    </a:p>
                  </a:txBody>
                  <a:tcPr marT="27432" marB="27432"/>
                </a:tc>
              </a:tr>
              <a:tr h="301752">
                <a:tc>
                  <a:txBody>
                    <a:bodyPr wrap="square"/>
                    <a:lstStyle/>
                    <a:p>
                      <a:r>
                        <a:rPr sz="1050" b="1"/>
                        <a:t>Rig / Asset not set</a:t>
                      </a:r>
                    </a:p>
                  </a:txBody>
                  <a:tcPr marT="27432" marB="27432"/>
                </a:tc>
                <a:tc>
                  <a:txBody>
                    <a:bodyPr wrap="square"/>
                    <a:lstStyle/>
                    <a:p>
                      <a:r>
                        <a:rPr sz="1050" b="0"/>
                        <a:t>Both</a:t>
                      </a:r>
                    </a:p>
                  </a:txBody>
                  <a:tcPr marT="27432" marB="27432"/>
                </a:tc>
                <a:tc>
                  <a:txBody>
                    <a:bodyPr wrap="square"/>
                    <a:lstStyle/>
                    <a:p>
                      <a:r>
                        <a:rPr sz="1050" b="1">
                          <a:solidFill>
                            <a:srgbClr val="B32424"/>
                          </a:solidFill>
                        </a:rPr>
                        <a:t>REFUSED</a:t>
                      </a:r>
                    </a:p>
                  </a:txBody>
                  <a:tcPr marT="27432" marB="27432"/>
                </a:tc>
                <a:tc>
                  <a:txBody>
                    <a:bodyPr wrap="square"/>
                    <a:lstStyle/>
                    <a:p>
                      <a:r>
                        <a:rPr sz="1050" b="0"/>
                        <a:t>A post with no rig cannot be attributed and will not appear against your rig.</a:t>
                      </a:r>
                    </a:p>
                  </a:txBody>
                  <a:tcPr marT="27432" marB="27432"/>
                </a:tc>
              </a:tr>
              <a:tr h="301752">
                <a:tc>
                  <a:txBody>
                    <a:bodyPr wrap="square"/>
                    <a:lstStyle/>
                    <a:p>
                      <a:r>
                        <a:rPr sz="1050" b="1"/>
                        <a:t>Confirm before posting</a:t>
                      </a:r>
                    </a:p>
                  </a:txBody>
                  <a:tcPr marT="27432" marB="27432"/>
                </a:tc>
                <a:tc>
                  <a:txBody>
                    <a:bodyPr wrap="square"/>
                    <a:lstStyle/>
                    <a:p>
                      <a:r>
                        <a:rPr sz="1050" b="0"/>
                        <a:t>Both</a:t>
                      </a:r>
                    </a:p>
                  </a:txBody>
                  <a:tcPr marT="27432" marB="27432"/>
                </a:tc>
                <a:tc>
                  <a:txBody>
                    <a:bodyPr wrap="square"/>
                    <a:lstStyle/>
                    <a:p>
                      <a:r>
                        <a:rPr sz="1050" b="1">
                          <a:solidFill>
                            <a:srgbClr val="0082C0"/>
                          </a:solidFill>
                        </a:rPr>
                        <a:t>ASKS</a:t>
                      </a:r>
                    </a:p>
                  </a:txBody>
                  <a:tcPr marT="27432" marB="27432"/>
                </a:tc>
                <a:tc>
                  <a:txBody>
                    <a:bodyPr wrap="square"/>
                    <a:lstStyle/>
                    <a:p>
                      <a:r>
                        <a:rPr sz="1050" b="0"/>
                        <a:t>"Once posted it is visible to everyone with dashboard access — only post a finished report."</a:t>
                      </a:r>
                    </a:p>
                  </a:txBody>
                  <a:tcPr marT="27432" marB="27432"/>
                </a:tc>
              </a:tr>
              <a:tr h="301752">
                <a:tc>
                  <a:txBody>
                    <a:bodyPr wrap="square"/>
                    <a:lstStyle/>
                    <a:p>
                      <a:r>
                        <a:rPr sz="1050" b="1"/>
                        <a:t>Report dated other than today</a:t>
                      </a:r>
                    </a:p>
                  </a:txBody>
                  <a:tcPr marT="27432" marB="27432"/>
                </a:tc>
                <a:tc>
                  <a:txBody>
                    <a:bodyPr wrap="square"/>
                    <a:lstStyle/>
                    <a:p>
                      <a:r>
                        <a:rPr sz="1050" b="0"/>
                        <a:t>WCGRRT</a:t>
                      </a:r>
                    </a:p>
                  </a:txBody>
                  <a:tcPr marT="27432" marB="27432"/>
                </a:tc>
                <a:tc>
                  <a:txBody>
                    <a:bodyPr wrap="square"/>
                    <a:lstStyle/>
                    <a:p>
                      <a:r>
                        <a:rPr sz="1050" b="1">
                          <a:solidFill>
                            <a:srgbClr val="0082C0"/>
                          </a:solidFill>
                        </a:rPr>
                        <a:t>ASKS</a:t>
                      </a:r>
                    </a:p>
                  </a:txBody>
                  <a:tcPr marT="27432" marB="27432"/>
                </a:tc>
                <a:tc>
                  <a:txBody>
                    <a:bodyPr wrap="square"/>
                    <a:lstStyle/>
                    <a:p>
                      <a:r>
                        <a:rPr sz="1050" b="0"/>
                        <a:t>The date sets the filename, so it will replace any report already filed for that date.</a:t>
                      </a:r>
                    </a:p>
                  </a:txBody>
                  <a:tcPr marT="27432" marB="27432"/>
                </a:tc>
              </a:tr>
              <a:tr h="301752">
                <a:tc>
                  <a:txBody>
                    <a:bodyPr wrap="square"/>
                    <a:lstStyle/>
                    <a:p>
                      <a:r>
                        <a:rPr sz="1050" b="1"/>
                        <a:t>Entry dates ≠ Report Date</a:t>
                      </a:r>
                    </a:p>
                  </a:txBody>
                  <a:tcPr marT="27432" marB="27432"/>
                </a:tc>
                <a:tc>
                  <a:txBody>
                    <a:bodyPr wrap="square"/>
                    <a:lstStyle/>
                    <a:p>
                      <a:r>
                        <a:rPr sz="1050" b="0"/>
                        <a:t>WCGRRT</a:t>
                      </a:r>
                    </a:p>
                  </a:txBody>
                  <a:tcPr marT="27432" marB="27432"/>
                </a:tc>
                <a:tc>
                  <a:txBody>
                    <a:bodyPr wrap="square"/>
                    <a:lstStyle/>
                    <a:p>
                      <a:r>
                        <a:rPr sz="1050" b="1">
                          <a:solidFill>
                            <a:srgbClr val="E25303"/>
                          </a:solidFill>
                        </a:rPr>
                        <a:t>MARKS</a:t>
                      </a:r>
                    </a:p>
                  </a:txBody>
                  <a:tcPr marT="27432" marB="27432"/>
                </a:tc>
                <a:tc>
                  <a:txBody>
                    <a:bodyPr wrap="square"/>
                    <a:lstStyle/>
                    <a:p>
                      <a:r>
                        <a:rPr sz="1050" b="0"/>
                        <a:t>Outlined orange with the two dates. One button fixes them. Never automatic.</a:t>
                      </a:r>
                    </a:p>
                  </a:txBody>
                  <a:tcPr marT="27432" marB="27432"/>
                </a:tc>
              </a:tr>
              <a:tr h="301752">
                <a:tc>
                  <a:txBody>
                    <a:bodyPr wrap="square"/>
                    <a:lstStyle/>
                    <a:p>
                      <a:r>
                        <a:rPr sz="1050" b="1"/>
                        <a:t>Over 10 MB</a:t>
                      </a:r>
                    </a:p>
                  </a:txBody>
                  <a:tcPr marT="27432" marB="27432"/>
                </a:tc>
                <a:tc>
                  <a:txBody>
                    <a:bodyPr wrap="square"/>
                    <a:lstStyle/>
                    <a:p>
                      <a:r>
                        <a:rPr sz="1050" b="0"/>
                        <a:t>Both</a:t>
                      </a:r>
                    </a:p>
                  </a:txBody>
                  <a:tcPr marT="27432" marB="27432"/>
                </a:tc>
                <a:tc>
                  <a:txBody>
                    <a:bodyPr wrap="square"/>
                    <a:lstStyle/>
                    <a:p>
                      <a:r>
                        <a:rPr sz="1050" b="1">
                          <a:solidFill>
                            <a:srgbClr val="E25303"/>
                          </a:solidFill>
                        </a:rPr>
                        <a:t>WARNS</a:t>
                      </a:r>
                    </a:p>
                  </a:txBody>
                  <a:tcPr marT="27432" marB="27432"/>
                </a:tc>
                <a:tc>
                  <a:txBody>
                    <a:bodyPr wrap="square"/>
                    <a:lstStyle/>
                    <a:p>
                      <a:r>
                        <a:rPr sz="1050" b="0"/>
                        <a:t>Accepted anyway. Photos are almost always the cause. Never reduce photo quality to get under it.</a:t>
                      </a:r>
                    </a:p>
                  </a:txBody>
                  <a:tcPr marT="27432" marB="27432"/>
                </a:tc>
              </a:tr>
              <a:tr h="301752">
                <a:tc>
                  <a:txBody>
                    <a:bodyPr wrap="square"/>
                    <a:lstStyle/>
                    <a:p>
                      <a:r>
                        <a:rPr sz="1050" b="1"/>
                        <a:t>Over 40 MB (CBM / PDC)</a:t>
                      </a:r>
                    </a:p>
                  </a:txBody>
                  <a:tcPr marT="27432" marB="27432"/>
                </a:tc>
                <a:tc>
                  <a:txBody>
                    <a:bodyPr wrap="square"/>
                    <a:lstStyle/>
                    <a:p>
                      <a:r>
                        <a:rPr sz="1050" b="0"/>
                        <a:t>SSORT</a:t>
                      </a:r>
                    </a:p>
                  </a:txBody>
                  <a:tcPr marT="27432" marB="27432"/>
                </a:tc>
                <a:tc>
                  <a:txBody>
                    <a:bodyPr wrap="square"/>
                    <a:lstStyle/>
                    <a:p>
                      <a:r>
                        <a:rPr sz="1050" b="1">
                          <a:solidFill>
                            <a:srgbClr val="E25303"/>
                          </a:solidFill>
                        </a:rPr>
                        <a:t>WARNS</a:t>
                      </a:r>
                    </a:p>
                  </a:txBody>
                  <a:tcPr marT="27432" marB="27432"/>
                </a:tc>
                <a:tc>
                  <a:txBody>
                    <a:bodyPr wrap="square"/>
                    <a:lstStyle/>
                    <a:p>
                      <a:r>
                        <a:rPr sz="1050" b="0"/>
                        <a:t>CBM and pre-deployment get their own ceiling. Same rule: the evidence is worth more.</a:t>
                      </a:r>
                    </a:p>
                  </a:txBody>
                  <a:tcPr marT="27432" marB="27432"/>
                </a:tc>
              </a:tr>
              <a:tr h="301752">
                <a:tc>
                  <a:txBody>
                    <a:bodyPr wrap="square"/>
                    <a:lstStyle/>
                    <a:p>
                      <a:r>
                        <a:rPr sz="1050" b="1"/>
                        <a:t>Pre-deployment incomplete</a:t>
                      </a:r>
                    </a:p>
                  </a:txBody>
                  <a:tcPr marT="27432" marB="27432"/>
                </a:tc>
                <a:tc>
                  <a:txBody>
                    <a:bodyPr wrap="square"/>
                    <a:lstStyle/>
                    <a:p>
                      <a:r>
                        <a:rPr sz="1050" b="0"/>
                        <a:t>SSORT</a:t>
                      </a:r>
                    </a:p>
                  </a:txBody>
                  <a:tcPr marT="27432" marB="27432"/>
                </a:tc>
                <a:tc>
                  <a:txBody>
                    <a:bodyPr wrap="square"/>
                    <a:lstStyle/>
                    <a:p>
                      <a:r>
                        <a:rPr sz="1050" b="1">
                          <a:solidFill>
                            <a:srgbClr val="B32424"/>
                          </a:solidFill>
                        </a:rPr>
                        <a:t>REFUSED</a:t>
                      </a:r>
                    </a:p>
                  </a:txBody>
                  <a:tcPr marT="27432" marB="27432"/>
                </a:tc>
                <a:tc>
                  <a:txBody>
                    <a:bodyPr wrap="square"/>
                    <a:lstStyle/>
                    <a:p>
                      <a:r>
                        <a:rPr sz="1050" b="0"/>
                        <a:t>Names what is missing. The packer attestation and the cavity photographs are mandatory.</a:t>
                      </a:r>
                    </a:p>
                  </a:txBody>
                  <a:tcPr marT="27432" marB="27432"/>
                </a:tc>
              </a:tr>
              <a:tr h="301752">
                <a:tc>
                  <a:txBody>
                    <a:bodyPr wrap="square"/>
                    <a:lstStyle/>
                    <a:p>
                      <a:r>
                        <a:rPr sz="1050" b="1"/>
                        <a:t>Post to OEM over 30 MB</a:t>
                      </a:r>
                    </a:p>
                  </a:txBody>
                  <a:tcPr marT="27432" marB="27432"/>
                </a:tc>
                <a:tc>
                  <a:txBody>
                    <a:bodyPr wrap="square"/>
                    <a:lstStyle/>
                    <a:p>
                      <a:r>
                        <a:rPr sz="1050" b="0"/>
                        <a:t>SSORT</a:t>
                      </a:r>
                    </a:p>
                  </a:txBody>
                  <a:tcPr marT="27432" marB="27432"/>
                </a:tc>
                <a:tc>
                  <a:txBody>
                    <a:bodyPr wrap="square"/>
                    <a:lstStyle/>
                    <a:p>
                      <a:r>
                        <a:rPr sz="1050" b="1">
                          <a:solidFill>
                            <a:srgbClr val="B32424"/>
                          </a:solidFill>
                        </a:rPr>
                        <a:t>REFUSED</a:t>
                      </a:r>
                    </a:p>
                  </a:txBody>
                  <a:tcPr marT="27432" marB="27432"/>
                </a:tc>
                <a:tc>
                  <a:txBody>
                    <a:bodyPr wrap="square"/>
                    <a:lstStyle/>
                    <a:p>
                      <a:r>
                        <a:rPr sz="1050" b="0"/>
                        <a:t>Split by equipment section. Do not delete or retake photographs to get under it.</a:t>
                      </a:r>
                    </a:p>
                  </a:txBody>
                  <a:tcPr marT="27432" marB="27432"/>
                </a:tc>
              </a:tr>
              <a:tr h="301752">
                <a:tc>
                  <a:txBody>
                    <a:bodyPr wrap="square"/>
                    <a:lstStyle/>
                    <a:p>
                      <a:r>
                        <a:rPr sz="1050" b="1"/>
                        <a:t>Post to OEM, no equipment</a:t>
                      </a:r>
                    </a:p>
                  </a:txBody>
                  <a:tcPr marT="27432" marB="27432"/>
                </a:tc>
                <a:tc>
                  <a:txBody>
                    <a:bodyPr wrap="square"/>
                    <a:lstStyle/>
                    <a:p>
                      <a:r>
                        <a:rPr sz="1050" b="0"/>
                        <a:t>SSORT</a:t>
                      </a:r>
                    </a:p>
                  </a:txBody>
                  <a:tcPr marT="27432" marB="27432"/>
                </a:tc>
                <a:tc>
                  <a:txBody>
                    <a:bodyPr wrap="square"/>
                    <a:lstStyle/>
                    <a:p>
                      <a:r>
                        <a:rPr sz="1050" b="1">
                          <a:solidFill>
                            <a:srgbClr val="B32424"/>
                          </a:solidFill>
                        </a:rPr>
                        <a:t>REFUSED</a:t>
                      </a:r>
                    </a:p>
                  </a:txBody>
                  <a:tcPr marT="27432" marB="27432"/>
                </a:tc>
                <a:tc>
                  <a:txBody>
                    <a:bodyPr wrap="square"/>
                    <a:lstStyle/>
                    <a:p>
                      <a:r>
                        <a:rPr sz="1050" b="0"/>
                        <a:t>"Select the equipment first."</a:t>
                      </a:r>
                    </a:p>
                  </a:txBody>
                  <a:tcPr marT="27432" marB="27432"/>
                </a:tc>
              </a:tr>
              <a:tr h="301752">
                <a:tc>
                  <a:txBody>
                    <a:bodyPr wrap="square"/>
                    <a:lstStyle/>
                    <a:p>
                      <a:r>
                        <a:rPr sz="1050" b="1"/>
                        <a:t>Attachment over 20 MB</a:t>
                      </a:r>
                    </a:p>
                  </a:txBody>
                  <a:tcPr marT="27432" marB="27432"/>
                </a:tc>
                <a:tc>
                  <a:txBody>
                    <a:bodyPr wrap="square"/>
                    <a:lstStyle/>
                    <a:p>
                      <a:r>
                        <a:rPr sz="1050" b="0"/>
                        <a:t>SSORT</a:t>
                      </a:r>
                    </a:p>
                  </a:txBody>
                  <a:tcPr marT="27432" marB="27432"/>
                </a:tc>
                <a:tc>
                  <a:txBody>
                    <a:bodyPr wrap="square"/>
                    <a:lstStyle/>
                    <a:p>
                      <a:r>
                        <a:rPr sz="1050" b="1">
                          <a:solidFill>
                            <a:srgbClr val="5A6472"/>
                          </a:solidFill>
                        </a:rPr>
                        <a:t>REFUSED</a:t>
                      </a:r>
                    </a:p>
                  </a:txBody>
                  <a:tcPr marT="27432" marB="27432"/>
                </a:tc>
                <a:tc>
                  <a:txBody>
                    <a:bodyPr wrap="square"/>
                    <a:lstStyle/>
                    <a:p>
                      <a:r>
                        <a:rPr sz="1050" b="0"/>
                        <a:t>Refused as you attach it, not at Post. Re-export it smaller or attach the pages that matter.</a:t>
                      </a:r>
                    </a:p>
                  </a:txBody>
                  <a:tcPr marT="27432" marB="27432"/>
                </a:tc>
              </a:tr>
              <a:tr h="301752">
                <a:tc>
                  <a:txBody>
                    <a:bodyPr wrap="square"/>
                    <a:lstStyle/>
                    <a:p>
                      <a:r>
                        <a:rPr sz="1050" b="1"/>
                        <a:t>Attachment over 8 MB</a:t>
                      </a:r>
                    </a:p>
                  </a:txBody>
                  <a:tcPr marT="27432" marB="27432"/>
                </a:tc>
                <a:tc>
                  <a:txBody>
                    <a:bodyPr wrap="square"/>
                    <a:lstStyle/>
                    <a:p>
                      <a:r>
                        <a:rPr sz="1050" b="0"/>
                        <a:t>SSORT</a:t>
                      </a:r>
                    </a:p>
                  </a:txBody>
                  <a:tcPr marT="27432" marB="27432"/>
                </a:tc>
                <a:tc>
                  <a:txBody>
                    <a:bodyPr wrap="square"/>
                    <a:lstStyle/>
                    <a:p>
                      <a:r>
                        <a:rPr sz="1050" b="1">
                          <a:solidFill>
                            <a:srgbClr val="5A6472"/>
                          </a:solidFill>
                        </a:rPr>
                        <a:t>WARNS</a:t>
                      </a:r>
                    </a:p>
                  </a:txBody>
                  <a:tcPr marT="27432" marB="27432"/>
                </a:tc>
                <a:tc>
                  <a:txBody>
                    <a:bodyPr wrap="square"/>
                    <a:lstStyle/>
                    <a:p>
                      <a:r>
                        <a:rPr sz="1050" b="0"/>
                        <a:t>A PDF or Office file cannot be compressed the way a photograph can.</a:t>
                      </a:r>
                    </a:p>
                  </a:txBody>
                  <a:tcPr marT="27432" marB="27432"/>
                </a:tc>
              </a:tr>
              <a:tr h="301752">
                <a:tc>
                  <a:txBody>
                    <a:bodyPr wrap="square"/>
                    <a:lstStyle/>
                    <a:p>
                      <a:r>
                        <a:rPr sz="1050" b="1"/>
                        <a:t>Attachments over 15 MB in total</a:t>
                      </a:r>
                    </a:p>
                  </a:txBody>
                  <a:tcPr marT="27432" marB="27432"/>
                </a:tc>
                <a:tc>
                  <a:txBody>
                    <a:bodyPr wrap="square"/>
                    <a:lstStyle/>
                    <a:p>
                      <a:r>
                        <a:rPr sz="1050" b="0"/>
                        <a:t>SSORT</a:t>
                      </a:r>
                    </a:p>
                  </a:txBody>
                  <a:tcPr marT="27432" marB="27432"/>
                </a:tc>
                <a:tc>
                  <a:txBody>
                    <a:bodyPr wrap="square"/>
                    <a:lstStyle/>
                    <a:p>
                      <a:r>
                        <a:rPr sz="1050" b="1">
                          <a:solidFill>
                            <a:srgbClr val="5A6472"/>
                          </a:solidFill>
                        </a:rPr>
                        <a:t>WARNS</a:t>
                      </a:r>
                    </a:p>
                  </a:txBody>
                  <a:tcPr marT="27432" marB="27432"/>
                </a:tc>
                <a:tc>
                  <a:txBody>
                    <a:bodyPr wrap="square"/>
                    <a:lstStyle/>
                    <a:p>
                      <a:r>
                        <a:rPr sz="1050" b="0"/>
                        <a:t>Names the running total against the 40 MB ceiling. Nothing is refused at this size.</a:t>
                      </a:r>
                    </a:p>
                  </a:txBody>
                  <a:tcPr marT="27432" marB="27432"/>
                </a:tc>
              </a:tr>
              <a:tr h="301752">
                <a:tc>
                  <a:txBody>
                    <a:bodyPr wrap="square"/>
                    <a:lstStyle/>
                    <a:p>
                      <a:r>
                        <a:rPr sz="1050" b="1"/>
                        <a:t>Executable or unlisted file type</a:t>
                      </a:r>
                    </a:p>
                  </a:txBody>
                  <a:tcPr marT="27432" marB="27432"/>
                </a:tc>
                <a:tc>
                  <a:txBody>
                    <a:bodyPr wrap="square"/>
                    <a:lstStyle/>
                    <a:p>
                      <a:r>
                        <a:rPr sz="1050" b="0"/>
                        <a:t>SSORT</a:t>
                      </a:r>
                    </a:p>
                  </a:txBody>
                  <a:tcPr marT="27432" marB="27432"/>
                </a:tc>
                <a:tc>
                  <a:txBody>
                    <a:bodyPr wrap="square"/>
                    <a:lstStyle/>
                    <a:p>
                      <a:r>
                        <a:rPr sz="1050" b="1">
                          <a:solidFill>
                            <a:srgbClr val="5A6472"/>
                          </a:solidFill>
                        </a:rPr>
                        <a:t>REFUSED</a:t>
                      </a:r>
                    </a:p>
                  </a:txBody>
                  <a:tcPr marT="27432" marB="27432"/>
                </a:tc>
                <a:tc>
                  <a:txBody>
                    <a:bodyPr wrap="square"/>
                    <a:lstStyle/>
                    <a:p>
                      <a:r>
                        <a:rPr sz="1050" b="0"/>
                        <a:t>PDF, image, CSV, text or Office only.</a:t>
                      </a:r>
                    </a:p>
                  </a:txBody>
                  <a:tcPr marT="27432" marB="27432"/>
                </a:tc>
              </a:tr>
              <a:tr h="301752">
                <a:tc>
                  <a:txBody>
                    <a:bodyPr wrap="square"/>
                    <a:lstStyle/>
                    <a:p>
                      <a:r>
                        <a:rPr sz="1050" b="1"/>
                        <a:t>The post itself failed</a:t>
                      </a:r>
                    </a:p>
                  </a:txBody>
                  <a:tcPr marT="27432" marB="27432"/>
                </a:tc>
                <a:tc>
                  <a:txBody>
                    <a:bodyPr wrap="square"/>
                    <a:lstStyle/>
                    <a:p>
                      <a:r>
                        <a:rPr sz="1050" b="0"/>
                        <a:t>WCGRRT</a:t>
                      </a:r>
                    </a:p>
                  </a:txBody>
                  <a:tcPr marT="27432" marB="27432"/>
                </a:tc>
                <a:tc>
                  <a:txBody>
                    <a:bodyPr wrap="square"/>
                    <a:lstStyle/>
                    <a:p>
                      <a:r>
                        <a:rPr sz="1050" b="1">
                          <a:solidFill>
                            <a:srgbClr val="5A6472"/>
                          </a:solidFill>
                        </a:rPr>
                        <a:t>TELLS YOU</a:t>
                      </a:r>
                    </a:p>
                  </a:txBody>
                  <a:tcPr marT="27432" marB="27432"/>
                </a:tc>
                <a:tc>
                  <a:txBody>
                    <a:bodyPr wrap="square"/>
                    <a:lstStyle/>
                    <a:p>
                      <a:r>
                        <a:rPr sz="1050" b="0"/>
                        <a:t>Warns with the HTTP code. The file is still saved locally. Nothing is lost.</a:t>
                      </a:r>
                    </a:p>
                  </a:txBody>
                  <a:tcPr marT="27432" marB="27432"/>
                </a:tc>
              </a:tr>
              <a:tr h="301752">
                <a:tc>
                  <a:txBody>
                    <a:bodyPr wrap="square"/>
                    <a:lstStyle/>
                    <a:p>
                      <a:r>
                        <a:rPr sz="1050" b="1"/>
                        <a:t>The post itself failed</a:t>
                      </a:r>
                    </a:p>
                  </a:txBody>
                  <a:tcPr marT="27432" marB="27432"/>
                </a:tc>
                <a:tc>
                  <a:txBody>
                    <a:bodyPr wrap="square"/>
                    <a:lstStyle/>
                    <a:p>
                      <a:r>
                        <a:rPr sz="1050" b="0"/>
                        <a:t>SSORT</a:t>
                      </a:r>
                    </a:p>
                  </a:txBody>
                  <a:tcPr marT="27432" marB="27432"/>
                </a:tc>
                <a:tc>
                  <a:txBody>
                    <a:bodyPr wrap="square"/>
                    <a:lstStyle/>
                    <a:p>
                      <a:r>
                        <a:rPr sz="1050" b="1">
                          <a:solidFill>
                            <a:srgbClr val="5A6472"/>
                          </a:solidFill>
                        </a:rPr>
                        <a:t>SILENT</a:t>
                      </a:r>
                    </a:p>
                  </a:txBody>
                  <a:tcPr marT="27432" marB="27432"/>
                </a:tc>
                <a:tc>
                  <a:txBody>
                    <a:bodyPr wrap="square"/>
                    <a:lstStyle/>
                    <a:p>
                      <a:r>
                        <a:rPr sz="1050" b="0"/>
                        <a:t>No warning on Post Report. It can still say "posted". Link to plan and the assistance request do tell you.</a:t>
                      </a:r>
                    </a:p>
                  </a:txBody>
                  <a:tcPr marT="27432" marB="27432"/>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1500" b="1">
                <a:solidFill>
                  <a:srgbClr val="002C77"/>
                </a:solidFill>
              </a:rPr>
              <a:t>What appears</a:t>
            </a:r>
          </a:p>
        </p:txBody>
      </p:sp>
      <p:sp>
        <p:nvSpPr>
          <p:cNvPr id="3" name="Text Placeholder 2"/>
          <p:cNvSpPr>
            <a:spLocks noGrp="1"/>
          </p:cNvSpPr>
          <p:nvPr>
            <p:ph type="body" idx="14" sz="quarter"/>
          </p:nvPr>
        </p:nvSpPr>
        <p:spPr/>
        <p:txBody>
          <a:bodyPr wrap="square"/>
          <a:lstStyle/>
          <a:p>
            <a:pPr>
              <a:spcAft>
                <a:spcPts val="600"/>
              </a:spcAft>
            </a:pPr>
            <a:r>
              <a:rPr sz="1400" b="1"/>
              <a:t>WCGRRT</a:t>
            </a:r>
          </a:p>
          <a:p>
            <a:pPr>
              <a:spcAft>
                <a:spcPts val="600"/>
              </a:spcAft>
            </a:pPr>
            <a:r>
              <a:rPr sz="1400" b="0"/>
              <a:t>"⚠ Dashboard post failed (HTTP 500) — file still saved locally."</a:t>
            </a:r>
          </a:p>
          <a:p>
            <a:pPr>
              <a:spcAft>
                <a:spcPts val="600"/>
              </a:spcAft>
            </a:pPr>
            <a:r>
              <a:rPr sz="1400" b="0"/>
              <a:t/>
            </a:r>
          </a:p>
          <a:p>
            <a:pPr>
              <a:spcAft>
                <a:spcPts val="600"/>
              </a:spcAft>
            </a:pPr>
            <a:r>
              <a:rPr sz="1400" b="1"/>
              <a:t>SSORT</a:t>
            </a:r>
          </a:p>
          <a:p>
            <a:pPr>
              <a:spcAft>
                <a:spcPts val="600"/>
              </a:spcAft>
            </a:pPr>
            <a:r>
              <a:rPr sz="1400" b="0"/>
              <a:t>No warning at all. You get "Report posted to the shared folder", or a tick and the word saved.</a:t>
            </a:r>
          </a:p>
          <a:p>
            <a:pPr>
              <a:spcAft>
                <a:spcPts val="600"/>
              </a:spcAft>
            </a:pPr>
            <a:r>
              <a:rPr sz="1400" b="0"/>
              <a:t/>
            </a:r>
          </a:p>
          <a:p>
            <a:pPr>
              <a:spcAft>
                <a:spcPts val="600"/>
              </a:spcAft>
            </a:pPr>
            <a:r>
              <a:rPr sz="1400" b="0"/>
              <a:t>WCGRRT checks the server’s answer and tells you. SSORT does not.</a:t>
            </a:r>
          </a:p>
        </p:txBody>
      </p:sp>
      <p:sp>
        <p:nvSpPr>
          <p:cNvPr id="4" name="Text Placeholder 3"/>
          <p:cNvSpPr>
            <a:spLocks noGrp="1"/>
          </p:cNvSpPr>
          <p:nvPr>
            <p:ph type="body" idx="15" sz="quarter"/>
          </p:nvPr>
        </p:nvSpPr>
        <p:spPr/>
        <p:txBody>
          <a:bodyPr/>
          <a:lstStyle/>
          <a:p>
            <a:r>
              <a:rPr sz="1500" b="1">
                <a:solidFill>
                  <a:srgbClr val="0082C0"/>
                </a:solidFill>
              </a:rPr>
              <a:t>What it means</a:t>
            </a:r>
          </a:p>
        </p:txBody>
      </p:sp>
      <p:sp>
        <p:nvSpPr>
          <p:cNvPr id="5" name="Text Placeholder 4"/>
          <p:cNvSpPr>
            <a:spLocks noGrp="1"/>
          </p:cNvSpPr>
          <p:nvPr>
            <p:ph type="body" idx="16" sz="quarter"/>
          </p:nvPr>
        </p:nvSpPr>
        <p:spPr/>
        <p:txBody>
          <a:bodyPr wrap="square"/>
          <a:lstStyle/>
          <a:p>
            <a:pPr>
              <a:spcAft>
                <a:spcPts val="600"/>
              </a:spcAft>
            </a:pPr>
            <a:r>
              <a:rPr sz="1400" b="0"/>
              <a:t>Your work is not lost. It is in your reports folder or on your PC.</a:t>
            </a:r>
          </a:p>
          <a:p>
            <a:pPr>
              <a:spcAft>
                <a:spcPts val="600"/>
              </a:spcAft>
            </a:pPr>
            <a:r>
              <a:rPr sz="1400" b="0"/>
              <a:t>The server did not take the file.</a:t>
            </a:r>
          </a:p>
          <a:p>
            <a:pPr>
              <a:spcAft>
                <a:spcPts val="600"/>
              </a:spcAft>
            </a:pPr>
            <a:r>
              <a:rPr sz="1400" b="0"/>
              <a:t>Nothing reached the dashboard, and nobody has seen it.</a:t>
            </a:r>
          </a:p>
          <a:p>
            <a:pPr>
              <a:spcAft>
                <a:spcPts val="600"/>
              </a:spcAft>
            </a:pPr>
            <a:r>
              <a:rPr sz="1400" b="0"/>
              <a:t/>
            </a:r>
          </a:p>
          <a:p>
            <a:pPr>
              <a:spcAft>
                <a:spcPts val="600"/>
              </a:spcAft>
            </a:pPr>
            <a:r>
              <a:rPr sz="1400" b="0"/>
              <a:t>In SSORT the word "posted" can appear on a failure. Read which thing it says.</a:t>
            </a:r>
          </a:p>
        </p:txBody>
      </p:sp>
      <p:sp>
        <p:nvSpPr>
          <p:cNvPr id="6" name="Text Placeholder 5"/>
          <p:cNvSpPr>
            <a:spLocks noGrp="1"/>
          </p:cNvSpPr>
          <p:nvPr>
            <p:ph type="body" idx="17" sz="quarter"/>
          </p:nvPr>
        </p:nvSpPr>
        <p:spPr/>
        <p:txBody>
          <a:bodyPr/>
          <a:lstStyle/>
          <a:p>
            <a:r>
              <a:rPr sz="1500" b="1">
                <a:solidFill>
                  <a:srgbClr val="E25303"/>
                </a:solidFill>
              </a:rPr>
              <a:t>What you do</a:t>
            </a:r>
          </a:p>
        </p:txBody>
      </p:sp>
      <p:sp>
        <p:nvSpPr>
          <p:cNvPr id="7" name="Text Placeholder 6"/>
          <p:cNvSpPr>
            <a:spLocks noGrp="1"/>
          </p:cNvSpPr>
          <p:nvPr>
            <p:ph type="body" idx="18" sz="quarter"/>
          </p:nvPr>
        </p:nvSpPr>
        <p:spPr/>
        <p:txBody>
          <a:bodyPr wrap="square"/>
          <a:lstStyle/>
          <a:p>
            <a:pPr>
              <a:spcAft>
                <a:spcPts val="600"/>
              </a:spcAft>
            </a:pPr>
            <a:r>
              <a:rPr sz="1400" b="0"/>
              <a:t>1.  Save the file if you have not.</a:t>
            </a:r>
          </a:p>
          <a:p>
            <a:pPr>
              <a:spcAft>
                <a:spcPts val="600"/>
              </a:spcAft>
            </a:pPr>
            <a:r>
              <a:rPr sz="1400" b="0"/>
              <a:t>2.  Try Post again — most failures are the network.</a:t>
            </a:r>
          </a:p>
          <a:p>
            <a:pPr>
              <a:spcAft>
                <a:spcPts val="600"/>
              </a:spcAft>
            </a:pPr>
            <a:r>
              <a:rPr sz="1400" b="0"/>
              <a:t>3.  Check the dashboard after ten minutes. That is the proof, not the message.</a:t>
            </a:r>
          </a:p>
          <a:p>
            <a:pPr>
              <a:spcAft>
                <a:spcPts val="600"/>
              </a:spcAft>
            </a:pPr>
            <a:r>
              <a:rPr sz="1400" b="0"/>
              <a:t>4.  Still missing? Send the saved file to the office and tell someone.</a:t>
            </a:r>
          </a:p>
          <a:p>
            <a:pPr>
              <a:spcAft>
                <a:spcPts val="600"/>
              </a:spcAft>
            </a:pPr>
            <a:r>
              <a:rPr sz="1400" b="0"/>
              <a:t/>
            </a:r>
          </a:p>
          <a:p>
            <a:pPr>
              <a:spcAft>
                <a:spcPts val="600"/>
              </a:spcAft>
            </a:pPr>
            <a:r>
              <a:rPr sz="1400" b="1">
                <a:solidFill>
                  <a:srgbClr val="E25303"/>
                </a:solidFill>
              </a:rPr>
              <a:t>Never assume it went.</a:t>
            </a:r>
          </a:p>
        </p:txBody>
      </p:sp>
      <p:sp>
        <p:nvSpPr>
          <p:cNvPr id="8" name="Text Placeholder 7"/>
          <p:cNvSpPr>
            <a:spLocks noGrp="1"/>
          </p:cNvSpPr>
          <p:nvPr>
            <p:ph type="body" idx="12" sz="quarter"/>
          </p:nvPr>
        </p:nvSpPr>
        <p:spPr/>
        <p:txBody>
          <a:bodyPr/>
          <a:lstStyle/>
          <a:p>
            <a:r>
              <a:rPr sz="2800" b="1"/>
              <a:t>When Post fails — what you see, what you 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2200" b="1">
                <a:solidFill>
                  <a:srgbClr val="FFFFFF"/>
                </a:solidFill>
              </a:rPr>
              <a:t>The report is the evidence that the BOP was fit to run.
Everything else is housekeeping.</a:t>
            </a:r>
          </a:p>
        </p:txBody>
      </p:sp>
    </p:spTree>
  </p:cSld>
  <p:clrMapOvr>
    <a:masterClrMapping/>
  </p:clrMapOvr>
</p:sld>
</file>

<file path=ppt/theme/theme1.xml><?xml version="1.0" encoding="utf-8"?>
<a:theme xmlns:a="http://schemas.openxmlformats.org/drawingml/2006/main" name="Custom Design">
  <a:themeElements>
    <a:clrScheme name="Seadrill">
      <a:dk1>
        <a:srgbClr val="000000"/>
      </a:dk1>
      <a:lt1>
        <a:srgbClr val="FFFFFF"/>
      </a:lt1>
      <a:dk2>
        <a:srgbClr val="212121"/>
      </a:dk2>
      <a:lt2>
        <a:srgbClr val="E7E6E6"/>
      </a:lt2>
      <a:accent1>
        <a:srgbClr val="002C77"/>
      </a:accent1>
      <a:accent2>
        <a:srgbClr val="EDB71E"/>
      </a:accent2>
      <a:accent3>
        <a:srgbClr val="0082C0"/>
      </a:accent3>
      <a:accent4>
        <a:srgbClr val="E25303"/>
      </a:accent4>
      <a:accent5>
        <a:srgbClr val="43C0E8"/>
      </a:accent5>
      <a:accent6>
        <a:srgbClr val="002C7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oAutofit/>
      </a:bodyPr>
      <a:lstStyle>
        <a:defPPr marL="285750" indent="-285750" algn="l">
          <a:spcAft>
            <a:spcPts val="800"/>
          </a:spcAft>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Presentation1" id="{29CB1990-084D-474A-AA12-987D6F159E80}" vid="{3E671490-3286-4DE2-AAFC-3345196B7B2E}"/>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002C77"/>
      </a:accent1>
      <a:accent2>
        <a:srgbClr val="EDB71E"/>
      </a:accent2>
      <a:accent3>
        <a:srgbClr val="0082C0"/>
      </a:accent3>
      <a:accent4>
        <a:srgbClr val="E25303"/>
      </a:accent4>
      <a:accent5>
        <a:srgbClr val="717F81"/>
      </a:accent5>
      <a:accent6>
        <a:srgbClr val="59595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9CB1990-084D-474A-AA12-987D6F159E80}" vid="{8B204F00-078A-44CB-9993-A4DC78445B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1375B9474D2B458DD600039FC86ED7" ma:contentTypeVersion="4" ma:contentTypeDescription="Create a new document." ma:contentTypeScope="" ma:versionID="8ca5b959edefb95593e01c11d373b297">
  <xsd:schema xmlns:xsd="http://www.w3.org/2001/XMLSchema" xmlns:xs="http://www.w3.org/2001/XMLSchema" xmlns:p="http://schemas.microsoft.com/office/2006/metadata/properties" xmlns:ns2="be0707e9-4c2d-4f2b-a5be-32a9f9aedd29" xmlns:ns3="847bfa46-a70a-4209-b9e7-b1c0d256b223" targetNamespace="http://schemas.microsoft.com/office/2006/metadata/properties" ma:root="true" ma:fieldsID="4749cbcf97829576cb0a0b06cd7bf072" ns2:_="" ns3:_="">
    <xsd:import namespace="be0707e9-4c2d-4f2b-a5be-32a9f9aedd29"/>
    <xsd:import namespace="847bfa46-a70a-4209-b9e7-b1c0d256b22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0707e9-4c2d-4f2b-a5be-32a9f9aedd2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bfa46-a70a-4209-b9e7-b1c0d256b22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file>

<file path=customXml/itemProps1.xml><?xml version="1.0" encoding="utf-8"?>
<ds:datastoreItem xmlns:ds="http://schemas.openxmlformats.org/officeDocument/2006/customXml" ds:itemID="{F775844E-0793-428A-AF85-9E8CB14D5142}">
  <ds:schemaRefs>
    <ds:schemaRef ds:uri="http://schemas.microsoft.com/sharepoint/v3/contenttype/forms"/>
  </ds:schemaRefs>
</ds:datastoreItem>
</file>

<file path=customXml/itemProps2.xml><?xml version="1.0" encoding="utf-8"?>
<ds:datastoreItem xmlns:ds="http://schemas.openxmlformats.org/officeDocument/2006/customXml" ds:itemID="{0A7E113A-FB21-4BBE-9696-7AC26CA26D0E}">
  <ds:schemaRefs>
    <ds:schemaRef ds:uri="http://purl.org/dc/dcmitype/"/>
    <ds:schemaRef ds:uri="3e33b254-58f8-498d-8fc0-1c99fb4c44f9"/>
    <ds:schemaRef ds:uri="http://schemas.microsoft.com/office/2006/documentManagement/types"/>
    <ds:schemaRef ds:uri="http://schemas.microsoft.com/office/2006/metadata/properties"/>
    <ds:schemaRef ds:uri="7887adca-63be-4a4c-a89d-ee06eeaacc9b"/>
    <ds:schemaRef ds:uri="http://purl.org/dc/terms/"/>
    <ds:schemaRef ds:uri="http://purl.org/dc/elements/1.1/"/>
    <ds:schemaRef ds:uri="99ce1116-cb14-49c8-a6a9-6466232a9e78"/>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8BBDD0-B096-4F82-A699-4F0DC0C1DF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0707e9-4c2d-4f2b-a5be-32a9f9aedd29"/>
    <ds:schemaRef ds:uri="847bfa46-a70a-4209-b9e7-b1c0d256b2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24F7851-CB0C-4D6A-A4EC-854EF05F9947}">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TotalTime>
  <Words>4468</Words>
  <Application>Microsoft Office PowerPoint</Application>
  <PresentationFormat>Widescreen</PresentationFormat>
  <Paragraphs>360</Paragraphs>
  <Slides>52</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52</vt:i4>
      </vt:variant>
    </vt:vector>
  </HeadingPairs>
  <TitlesOfParts>
    <vt:vector size="58" baseType="lpstr">
      <vt:lpstr>Arial</vt:lpstr>
      <vt:lpstr>Calibri</vt:lpstr>
      <vt:lpstr>MetaPro-Normal</vt:lpstr>
      <vt:lpstr>System Font Regular</vt:lpstr>
      <vt:lpstr>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Main headline in here</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Plant</dc:creator>
  <cp:lastModifiedBy>Daniel Plant</cp:lastModifiedBy>
  <cp:revision>1</cp:revision>
  <dcterms:created xsi:type="dcterms:W3CDTF">2026-01-10T14:20:43Z</dcterms:created>
  <dcterms:modified xsi:type="dcterms:W3CDTF">2026-01-10T14:21:53Z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0x0101003C1375B9474D2B458DD600039FC86ED7</vt:lpwstr>
  </property>
  <property fmtid="{D5CDD505-2E9C-101B-9397-08002B2CF9AE}" pid="3" name="MediaServiceImageTags">
    <vt:lpwstr/>
  </property>
  <property fmtid="{D5CDD505-2E9C-101B-9397-08002B2CF9AE}" pid="4" name="MSIP_Label_6ff5c69e-9d09-4250-825e-b99a9d4db320_Enabled">
    <vt:lpwstr>true</vt:lpwstr>
  </property>
  <property fmtid="{D5CDD505-2E9C-101B-9397-08002B2CF9AE}" pid="5" name="MSIP_Label_6ff5c69e-9d09-4250-825e-b99a9d4db320_SetDate">
    <vt:lpwstr>2024-11-05T09:59:55Z</vt:lpwstr>
  </property>
  <property fmtid="{D5CDD505-2E9C-101B-9397-08002B2CF9AE}" pid="6" name="MSIP_Label_6ff5c69e-9d09-4250-825e-b99a9d4db320_Method">
    <vt:lpwstr>Standard</vt:lpwstr>
  </property>
  <property fmtid="{D5CDD505-2E9C-101B-9397-08002B2CF9AE}" pid="7" name="MSIP_Label_6ff5c69e-9d09-4250-825e-b99a9d4db320_Name">
    <vt:lpwstr>General</vt:lpwstr>
  </property>
  <property fmtid="{D5CDD505-2E9C-101B-9397-08002B2CF9AE}" pid="8" name="MSIP_Label_6ff5c69e-9d09-4250-825e-b99a9d4db320_SiteId">
    <vt:lpwstr>d79da2e9-d03a-4707-9da7-67a34ac6465c</vt:lpwstr>
  </property>
  <property fmtid="{D5CDD505-2E9C-101B-9397-08002B2CF9AE}" pid="9" name="MSIP_Label_6ff5c69e-9d09-4250-825e-b99a9d4db320_ActionId">
    <vt:lpwstr>e5cdaace-1d9a-42fb-a3fe-168cea31a7c2</vt:lpwstr>
  </property>
  <property fmtid="{D5CDD505-2E9C-101B-9397-08002B2CF9AE}" pid="10" name="MSIP_Label_6ff5c69e-9d09-4250-825e-b99a9d4db320_ContentBits">
    <vt:lpwstr>0</vt:lpwstr>
  </property>
</Properties>
</file>