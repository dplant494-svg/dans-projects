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68" r:id="rId5"/>
    <p:sldMasterId id="2147483809" r:id="rId6"/>
  </p:sldMasterIdLst>
  <p:notesMasterIdLst>
    <p:notesMasterId r:id="rId59"/>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Instructions" id="{28B56CEE-8637-5647-BB74-40F0BFBE79D4}">
          <p14:sldIdLst>
            <p14:sldId id="323"/>
            <p14:sldId id="356"/>
            <p14:sldId id="279"/>
            <p14:sldId id="283"/>
            <p14:sldId id="282"/>
            <p14:sldId id="348"/>
            <p14:sldId id="349"/>
            <p14:sldId id="350"/>
            <p14:sldId id="352"/>
            <p14:sldId id="353"/>
          </p14:sldIdLst>
        </p14:section>
        <p14:section name="2. Cover &amp; intro templates" id="{88BBD5BE-DD25-8C4D-BE7E-104CC9DA3736}">
          <p14:sldIdLst>
            <p14:sldId id="314"/>
            <p14:sldId id="315"/>
            <p14:sldId id="297"/>
            <p14:sldId id="309"/>
            <p14:sldId id="324"/>
            <p14:sldId id="291"/>
          </p14:sldIdLst>
        </p14:section>
        <p14:section name="3. Without section titles" id="{BC278635-3281-452E-8637-B2052F6B0D6D}">
          <p14:sldIdLst>
            <p14:sldId id="316"/>
            <p14:sldId id="273"/>
            <p14:sldId id="299"/>
            <p14:sldId id="343"/>
            <p14:sldId id="307"/>
            <p14:sldId id="277"/>
            <p14:sldId id="300"/>
            <p14:sldId id="276"/>
            <p14:sldId id="301"/>
            <p14:sldId id="310"/>
            <p14:sldId id="305"/>
            <p14:sldId id="308"/>
            <p14:sldId id="329"/>
            <p14:sldId id="325"/>
            <p14:sldId id="336"/>
          </p14:sldIdLst>
        </p14:section>
        <p14:section name="4. With section titles" id="{C5BC6A85-BD31-443C-827C-590F475EBD42}">
          <p14:sldIdLst>
            <p14:sldId id="317"/>
            <p14:sldId id="327"/>
            <p14:sldId id="294"/>
            <p14:sldId id="328"/>
            <p14:sldId id="330"/>
            <p14:sldId id="311"/>
            <p14:sldId id="331"/>
            <p14:sldId id="344"/>
            <p14:sldId id="340"/>
            <p14:sldId id="341"/>
            <p14:sldId id="342"/>
            <p14:sldId id="334"/>
            <p14:sldId id="312"/>
            <p14:sldId id="319"/>
            <p14:sldId id="337"/>
          </p14:sldIdLst>
        </p14:section>
        <p14:section name="4. Dividers" id="{208E833F-810D-034E-9558-A660FB0FF8A3}">
          <p14:sldIdLst>
            <p14:sldId id="287"/>
            <p14:sldId id="269"/>
            <p14:sldId id="271"/>
          </p14:sldIdLst>
        </p14:section>
        <p14:section name="5. Closing Slide" id="{EB3010BC-3C6D-BA4F-B445-106E3E5F873B}">
          <p14:sldIdLst>
            <p14:sldId id="303"/>
            <p14:sldId id="355"/>
            <p14:sldId id="354"/>
          </p14:sldIdLst>
        </p14:section>
      </p14:sectionLst>
    </p:ext>
    <p:ext uri="{EFAFB233-063F-42B5-8137-9DF3F51BA10A}">
      <p15:sldGuideLst xmlns:p15="http://schemas.microsoft.com/office/powerpoint/2012/main">
        <p15:guide id="1" orient="horz" pos="1440" userDrawn="1">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becca Stephen" initials="RS" lastIdx="12" clrIdx="0">
    <p:extLst>
      <p:ext uri="{19B8F6BF-5375-455C-9EA6-DF929625EA0E}">
        <p15:presenceInfo xmlns:p15="http://schemas.microsoft.com/office/powerpoint/2012/main" userId="S::Rebecca.Stephen@seadrill.com::9f7275cb-a94a-415d-af92-969a22fc70e8" providerId="AD"/>
      </p:ext>
    </p:extLst>
  </p:cmAuthor>
  <p:cmAuthor id="2" name="Sara Dunne" initials="SD" lastIdx="19" clrIdx="1">
    <p:extLst>
      <p:ext uri="{19B8F6BF-5375-455C-9EA6-DF929625EA0E}">
        <p15:presenceInfo xmlns:p15="http://schemas.microsoft.com/office/powerpoint/2012/main" userId="S::Sara.Dunne@seadrill.com::6cf376d1-5e27-46db-8040-da1d73384485" providerId="AD"/>
      </p:ext>
    </p:extLst>
  </p:cmAuthor>
  <p:cmAuthor id="3" name="Tom Knott" initials="TK" lastIdx="9" clrIdx="2">
    <p:extLst>
      <p:ext uri="{19B8F6BF-5375-455C-9EA6-DF929625EA0E}">
        <p15:presenceInfo xmlns:p15="http://schemas.microsoft.com/office/powerpoint/2012/main" userId="Tom Knott" providerId="None"/>
      </p:ext>
    </p:extLst>
  </p:cmAuthor>
  <p:cmAuthor id="4" name="Jane Linton" initials="JL" lastIdx="8" clrIdx="3">
    <p:extLst>
      <p:ext uri="{19B8F6BF-5375-455C-9EA6-DF929625EA0E}">
        <p15:presenceInfo xmlns:p15="http://schemas.microsoft.com/office/powerpoint/2012/main" userId="S::jane.linton@biggroup.co.uk::e5dacd1a-9615-4cdc-96ea-bbe76d41b67c"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C77"/>
    <a:srgbClr val="DD1DD8"/>
    <a:srgbClr val="6A5000"/>
    <a:srgbClr val="5E2507"/>
    <a:srgbClr val="717F81"/>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snapToGrid="0">
      <p:cViewPr varScale="1">
        <p:scale>
          <a:sx n="97" d="100"/>
          <a:sy n="97" d="100"/>
        </p:scale>
        <p:origin x="1110" y="306"/>
      </p:cViewPr>
      <p:guideLst>
        <p:guide orient="horz" pos="144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59" Type="http://schemas.openxmlformats.org/officeDocument/2006/relationships/notesMaster" Target="notesMasters/notesMaster1.xml"/><Relationship Id="rId60" Type="http://schemas.openxmlformats.org/officeDocument/2006/relationships/commentAuthors" Target="commentAuthors.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AE7CF4-1A7C-9F43-888F-B617ABB79FAD}"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A9FFAD-4FBC-DE4C-923C-D24C6F4A0A59}" type="slidenum">
              <a:rPr lang="en-US" smtClean="0"/>
              <a:t>‹#›</a:t>
            </a:fld>
            <a:endParaRPr lang="en-US"/>
          </a:p>
        </p:txBody>
      </p:sp>
    </p:spTree>
    <p:extLst>
      <p:ext uri="{BB962C8B-B14F-4D97-AF65-F5344CB8AC3E}">
        <p14:creationId xmlns:p14="http://schemas.microsoft.com/office/powerpoint/2010/main" val="3735686432"/>
      </p:ext>
    </p:extLst>
  </p:cSld>
  <p:clrMap bg1="lt1" tx1="dk1" bg2="lt2" tx2="dk2" accent1="accent1" accent2="accent2" accent3="accent3" accent4="accent4" accent5="accent5" accent6="accent6" hlink="hlink" folHlink="folHlink"/>
  <p:notesStyle>
    <a:lvl1pPr marL="0" algn="l" defTabSz="914309" rtl="0" eaLnBrk="1" latinLnBrk="0" hangingPunct="1">
      <a:defRPr sz="1200" kern="1200">
        <a:solidFill>
          <a:schemeClr val="tx1"/>
        </a:solidFill>
        <a:latin typeface="+mn-lt"/>
        <a:ea typeface="+mn-ea"/>
        <a:cs typeface="+mn-cs"/>
      </a:defRPr>
    </a:lvl1pPr>
    <a:lvl2pPr marL="457154" algn="l" defTabSz="914309" rtl="0" eaLnBrk="1" latinLnBrk="0" hangingPunct="1">
      <a:defRPr sz="1200" kern="1200">
        <a:solidFill>
          <a:schemeClr val="tx1"/>
        </a:solidFill>
        <a:latin typeface="+mn-lt"/>
        <a:ea typeface="+mn-ea"/>
        <a:cs typeface="+mn-cs"/>
      </a:defRPr>
    </a:lvl2pPr>
    <a:lvl3pPr marL="914309" algn="l" defTabSz="914309" rtl="0" eaLnBrk="1" latinLnBrk="0" hangingPunct="1">
      <a:defRPr sz="1200" kern="1200">
        <a:solidFill>
          <a:schemeClr val="tx1"/>
        </a:solidFill>
        <a:latin typeface="+mn-lt"/>
        <a:ea typeface="+mn-ea"/>
        <a:cs typeface="+mn-cs"/>
      </a:defRPr>
    </a:lvl3pPr>
    <a:lvl4pPr marL="1371463" algn="l" defTabSz="914309" rtl="0" eaLnBrk="1" latinLnBrk="0" hangingPunct="1">
      <a:defRPr sz="1200" kern="1200">
        <a:solidFill>
          <a:schemeClr val="tx1"/>
        </a:solidFill>
        <a:latin typeface="+mn-lt"/>
        <a:ea typeface="+mn-ea"/>
        <a:cs typeface="+mn-cs"/>
      </a:defRPr>
    </a:lvl4pPr>
    <a:lvl5pPr marL="1828617" algn="l" defTabSz="914309" rtl="0" eaLnBrk="1" latinLnBrk="0" hangingPunct="1">
      <a:defRPr sz="1200" kern="1200">
        <a:solidFill>
          <a:schemeClr val="tx1"/>
        </a:solidFill>
        <a:latin typeface="+mn-lt"/>
        <a:ea typeface="+mn-ea"/>
        <a:cs typeface="+mn-cs"/>
      </a:defRPr>
    </a:lvl5pPr>
    <a:lvl6pPr marL="2285771" algn="l" defTabSz="914309" rtl="0" eaLnBrk="1" latinLnBrk="0" hangingPunct="1">
      <a:defRPr sz="1200" kern="1200">
        <a:solidFill>
          <a:schemeClr val="tx1"/>
        </a:solidFill>
        <a:latin typeface="+mn-lt"/>
        <a:ea typeface="+mn-ea"/>
        <a:cs typeface="+mn-cs"/>
      </a:defRPr>
    </a:lvl6pPr>
    <a:lvl7pPr marL="2742926" algn="l" defTabSz="914309" rtl="0" eaLnBrk="1" latinLnBrk="0" hangingPunct="1">
      <a:defRPr sz="1200" kern="1200">
        <a:solidFill>
          <a:schemeClr val="tx1"/>
        </a:solidFill>
        <a:latin typeface="+mn-lt"/>
        <a:ea typeface="+mn-ea"/>
        <a:cs typeface="+mn-cs"/>
      </a:defRPr>
    </a:lvl7pPr>
    <a:lvl8pPr marL="3200080" algn="l" defTabSz="914309" rtl="0" eaLnBrk="1" latinLnBrk="0" hangingPunct="1">
      <a:defRPr sz="1200" kern="1200">
        <a:solidFill>
          <a:schemeClr val="tx1"/>
        </a:solidFill>
        <a:latin typeface="+mn-lt"/>
        <a:ea typeface="+mn-ea"/>
        <a:cs typeface="+mn-cs"/>
      </a:defRPr>
    </a:lvl8pPr>
    <a:lvl9pPr marL="3657234" algn="l" defTabSz="914309"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One hour on condition-based maintenance: what putting CBM into SSORT and SACRED taught us, and then a workshop on the two things we have not yet agreed: who signs what, and where the record lives.</a:t>
            </a:r>
          </a:p>
          <a:p>
            <a:r>
              <a:t>The output is not a discussion. It is lines on the action list, each with an owner and a date.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minutes of what we learned, then twenty-five minutes of your answers.</a:t>
            </a:r>
          </a:p>
          <a:p>
            <a:r>
              <a:t>Part 1 is me. Part 2 is you: I will fill in the tables on screen as we go.</a:t>
            </a:r>
          </a:p>
          <a:p>
            <a:r>
              <a:t>If we run long in Part 1, I cut Part 1, not Part 2.</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path as it runs today on SSORT 169.</a:t>
            </a:r>
          </a:p>
          <a:p>
            <a:r>
              <a:t>The crew inspects in SSORT, then one button posts to the dashboard and emails NOV. NOV asked for this (Dave Cargill, 15 September): they cannot see our dashboard, so the report goes to them.</a:t>
            </a:r>
          </a:p>
          <a:p>
            <a:r>
              <a:t>Everything lands first in PostedReports. That file is the record; the email, the dashboard and the database are copies built from it.</a:t>
            </a:r>
          </a:p>
          <a:p>
            <a:r>
              <a:t>Coming: the CBM programme PMs from Maximo inside the Argo Navis plan, so the inspection is planned, not remembered.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report now carries two different kinds of grade.</a:t>
            </a:r>
          </a:p>
          <a:p>
            <a:r>
              <a:t>On inspection tasks it is a condition, NOV's five levels. Green 1 and 2, amber 3, red 4 and 5.</a:t>
            </a:r>
          </a:p>
          <a:p>
            <a:r>
              <a:t>Grade 3 is not a fail: NOV call it acceptable with findings. If you are tempted to put 2 because the unit is going back in, put 3 and write it down. The grade history per component is how the fleet spots a component going off.</a:t>
            </a:r>
          </a:p>
          <a:p>
            <a:r>
              <a:t>On tests NOV grade 1 for pass and 5 for fail, nothing in between. We applied that to every Testing and Intrusive task on 2 October.</a:t>
            </a:r>
          </a:p>
          <a:p>
            <a:r>
              <a:t>Lesson: a test is an outcome, not a condition. Read the note under each task before you grade.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NOV need that the first version did not give them.</a:t>
            </a:r>
          </a:p>
          <a:p>
            <a:r>
              <a:t>Model and serial: NOV cannot review a CBM without knowing which unit it is. Since SSORT 160 they are per unit, marked required by NOV, and never copied across. The serial also names the file, which matters on the next slide.</a:t>
            </a:r>
          </a:p>
          <a:p>
            <a:r>
              <a:t>Test records: NOV's own task wording says 'attach test graph'. Until SSORT 152 there was nowhere to put one, so charts went in as photographs of a screen.</a:t>
            </a:r>
          </a:p>
          <a:p>
            <a:r>
              <a:t>Usage data: NOV's own table, section 8.1, on five classes, added on 15 October. Today the crew types the cycles; PLATO should fill them later.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things, in the order we met them. Every one was fixed in the tool, not by asking people to be more careful, except the last.</a:t>
            </a:r>
          </a:p>
          <a:p>
            <a:r>
              <a:t>Riser Adapter: the only class with no photographs and no grades. Brad Waldron reported it on 29 September; fixed the same week.</a:t>
            </a:r>
          </a:p>
          <a:p>
            <a:r>
              <a:t>Positional keys: grades were stored by their place in the list. When NOV's schedule changed, 38 of 65 posted grade keys meant something else. Now every grade has a name and every post says which build made it.</a:t>
            </a:r>
          </a:p>
          <a:p>
            <a:r>
              <a:t>The truncated Upper SBOP: the tool was not at fault. The copy that reached us was cut in transfer; Brad's own saved file was complete. Lesson: send files through the tool, not through Teams or email.</a:t>
            </a:r>
          </a:p>
          <a:p>
            <a:r>
              <a:t>The open one: an inspection date in the wrong year hides a report from the dashboard's date window. That is a check for the crew and the reviewer.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that cost us the most.</a:t>
            </a:r>
          </a:p>
          <a:p>
            <a:r>
              <a:t>SSORT named every CBM post by rig and date. The second component inspected on the same day overwrote the first. West Capella sent 13 CBMs to NOV in a week; the dashboard kept 4.</a:t>
            </a:r>
          </a:p>
          <a:p>
            <a:r>
              <a:t>NOV had everything, because the OEM copies were named uniquely. We recovered 8 from Brad's saved copies and SharePoint version history.</a:t>
            </a:r>
          </a:p>
          <a:p>
            <a:r>
              <a:t>SSORT 158 and 159 name every CBM by equipment and serial, so two units on one day are two files.</a:t>
            </a:r>
          </a:p>
          <a:p>
            <a:r>
              <a:t>Lesson for any tool that joins SACRED: decide what makes a record unique before the first post.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the office sees. Rows are components, columns are rigs, the colour is the latest grade. Click a cell and the inspection behind it opens.</a:t>
            </a:r>
          </a:p>
          <a:p>
            <a:r>
              <a:t>The grid here is an illustration of the layout; I will show the live one if there is time.</a:t>
            </a:r>
          </a:p>
          <a:p>
            <a:r>
              <a:t>A blank is not good news. It means nothing has been posted for that component.</a:t>
            </a:r>
          </a:p>
          <a:p>
            <a:r>
              <a:t>Behind the page is the database: every grade, every usage table, every send to NOV, loaded into SACRED DATA. The question 'which rigs have a 4 or 5 on the annulars' is one query, not a hunt through PDFs.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on the way.</a:t>
            </a:r>
          </a:p>
          <a:p>
            <a:r>
              <a:t>Event PMs: Lee is designing the CBM programme PMs into Argo Navis plans. 422 in Maximo, mostly Tellus, Jupiter and Capella. CBM rigs get the box ticked by default; GOM and GOA never, because of BSEE. Carina's CBM PMs are not in Maximo yet; Manpreet is checking.</a:t>
            </a:r>
          </a:p>
          <a:p>
            <a:r>
              <a:t>PLATO: the cycle counts already exist in PLATO. The usage table should fill from it, not from a crew member reading a counter.</a:t>
            </a:r>
          </a:p>
          <a:p>
            <a:r>
              <a:t>Photo review: an agent that compares this inspection's photographs with the last. It flags; the crew's grade stands.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Twenty-two minutes, and it is your answers that matter. I have a proposal on the next slide; correct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proposal, built from how the tools run today. It is not agreed. Go row by row and ask: is that right on your rigs?</a:t>
            </a:r>
          </a:p>
          <a:p>
            <a:r>
              <a:t>The point of the second column is that the crew who grades is not the person who posts. The SSS checks before it goes to NOV.</a:t>
            </a:r>
          </a:p>
          <a:p>
            <a:r>
              <a:t>The fourth column is the important one: PostedReports is the master record. The dashboard, the email and the database are copies of it. eDocs is where the controlled copy should end up; the connector is waiting on ISIT.</a:t>
            </a:r>
          </a:p>
          <a:p>
            <a:r>
              <a:t>Tick the Agreed column as the room agrees each row. Anything not agreed goes on the action list with an owner.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round the room. One answer each: where do you, or your crews, do the same work twice?</a:t>
            </a:r>
          </a:p>
          <a:p>
            <a:r>
              <a:t>The prompts on the left are my guesses, not the answer. Strike them out if they are wrong.</a:t>
            </a:r>
          </a:p>
          <a:p>
            <a:r>
              <a:t>Write each answer in the table as it is said, in the person's words. Then a show of hands for the one that removes the most work. That one goes to the top of the action list with an owner and a date before we leave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three things go on the action list. The sign-off table, the one change, and anything in a CBM class that is still wrong.</a:t>
            </a:r>
          </a:p>
          <a:p>
            <a:r>
              <a:t>Riser Adapter was fixed because Brad told us from the rig. That is how the rest gets fixed too.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5" y="2829547"/>
            <a:ext cx="5316841" cy="1354008"/>
          </a:xfrm>
          <a:prstGeom prst="rect">
            <a:avLst/>
          </a:prstGeom>
        </p:spPr>
        <p:txBody>
          <a:bodyPr wrap="square" lIns="0" tIns="0" rIns="0" bIns="0">
            <a:noAutofit/>
          </a:bodyPr>
          <a:lstStyle>
            <a:lvl1pPr marL="0" indent="0">
              <a:lnSpc>
                <a:spcPct val="80000"/>
              </a:lnSpc>
              <a:spcBef>
                <a:spcPts val="0"/>
              </a:spcBef>
              <a:buNone/>
              <a:defRPr sz="54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6096001" y="380941"/>
            <a:ext cx="5712883" cy="6095059"/>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6" y="1999477"/>
            <a:ext cx="1304767" cy="478341"/>
          </a:xfrm>
          <a:prstGeom prst="rect">
            <a:avLst/>
          </a:prstGeom>
        </p:spPr>
      </p:pic>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394985" y="4183555"/>
            <a:ext cx="5316841" cy="492366"/>
          </a:xfrm>
          <a:prstGeom prst="rect">
            <a:avLst/>
          </a:prstGeom>
        </p:spPr>
        <p:txBody>
          <a:bodyPr lIns="0" rIns="0" anchor="t" anchorCtr="0"/>
          <a:lstStyle>
            <a:lvl1pPr marL="0" indent="0" algn="l">
              <a:spcBef>
                <a:spcPts val="0"/>
              </a:spcBef>
              <a:spcAft>
                <a:spcPts val="200"/>
              </a:spcAft>
              <a:buNone/>
              <a:defRPr sz="36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spTree>
    <p:extLst>
      <p:ext uri="{BB962C8B-B14F-4D97-AF65-F5344CB8AC3E}">
        <p14:creationId xmlns:p14="http://schemas.microsoft.com/office/powerpoint/2010/main" val="1884839512"/>
      </p:ext>
    </p:extLst>
  </p:cSld>
  <p:clrMapOvr>
    <a:masterClrMapping/>
  </p:clrMapOvr>
  <p:extLst>
    <p:ext uri="{DCECCB84-F9BA-43D5-87BE-67443E8EF086}">
      <p15:sldGuideLst xmlns:p15="http://schemas.microsoft.com/office/powerpoint/2012/main">
        <p15:guide id="3" pos="234" userDrawn="1">
          <p15:clr>
            <a:srgbClr val="FBAE40"/>
          </p15:clr>
        </p15:guide>
        <p15:guide id="4" pos="7446" userDrawn="1">
          <p15:clr>
            <a:srgbClr val="FBAE40"/>
          </p15:clr>
        </p15:guide>
        <p15:guide id="5" orient="horz" pos="2558">
          <p15:clr>
            <a:srgbClr val="FBAE40"/>
          </p15:clr>
        </p15:guide>
        <p15:guide id="6"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389468" y="380941"/>
            <a:ext cx="11419417" cy="609611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640795940"/>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2" y="0"/>
            <a:ext cx="12192001" cy="6858000"/>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965258" y="3884300"/>
            <a:ext cx="5316841" cy="1354008"/>
          </a:xfrm>
          <a:prstGeom prst="rect">
            <a:avLst/>
          </a:prstGeom>
        </p:spPr>
        <p:txBody>
          <a:bodyPr wrap="square" lIns="0" tIns="0" rIns="0" bIns="0">
            <a:noAutofit/>
          </a:bodyPr>
          <a:lstStyle>
            <a:lvl1pPr marL="0" indent="0">
              <a:lnSpc>
                <a:spcPct val="80000"/>
              </a:lnSpc>
              <a:spcBef>
                <a:spcPts val="0"/>
              </a:spcBef>
              <a:buNone/>
              <a:defRPr sz="54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a:t>
            </a:r>
            <a:br>
              <a:rPr lang="en-US"/>
            </a:br>
            <a:r>
              <a:rPr lang="en-US"/>
              <a:t>title in two lines</a:t>
            </a:r>
            <a:endParaRPr lang="en-GB"/>
          </a:p>
        </p:txBody>
      </p:sp>
      <p:sp>
        <p:nvSpPr>
          <p:cNvPr id="8" name="Subtitle 2">
            <a:extLst>
              <a:ext uri="{FF2B5EF4-FFF2-40B4-BE49-F238E27FC236}">
                <a16:creationId xmlns:a16="http://schemas.microsoft.com/office/drawing/2014/main" id="{AC1F414A-9ED3-0CD2-7D64-8F9EB3E5F763}"/>
              </a:ext>
            </a:extLst>
          </p:cNvPr>
          <p:cNvSpPr>
            <a:spLocks noGrp="1"/>
          </p:cNvSpPr>
          <p:nvPr>
            <p:ph type="subTitle" idx="1" hasCustomPrompt="1"/>
          </p:nvPr>
        </p:nvSpPr>
        <p:spPr>
          <a:xfrm>
            <a:off x="965258" y="5238308"/>
            <a:ext cx="5316841" cy="492366"/>
          </a:xfrm>
          <a:prstGeom prst="rect">
            <a:avLst/>
          </a:prstGeom>
        </p:spPr>
        <p:txBody>
          <a:bodyPr lIns="0" rIns="0" anchor="t" anchorCtr="0"/>
          <a:lstStyle>
            <a:lvl1pPr marL="0" indent="0" algn="l">
              <a:spcBef>
                <a:spcPts val="0"/>
              </a:spcBef>
              <a:spcAft>
                <a:spcPts val="200"/>
              </a:spcAft>
              <a:buNone/>
              <a:defRPr sz="3600" b="1">
                <a:solidFill>
                  <a:schemeClr val="accent2"/>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79833" y="3054227"/>
            <a:ext cx="1291719" cy="478341"/>
          </a:xfrm>
          <a:prstGeom prst="rect">
            <a:avLst/>
          </a:prstGeom>
        </p:spPr>
      </p:pic>
    </p:spTree>
    <p:extLst>
      <p:ext uri="{BB962C8B-B14F-4D97-AF65-F5344CB8AC3E}">
        <p14:creationId xmlns:p14="http://schemas.microsoft.com/office/powerpoint/2010/main" val="3788724312"/>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guide id="7"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8_Long Title 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5508978" y="380941"/>
            <a:ext cx="316088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73912"/>
            <a:ext cx="4892449" cy="1329595"/>
          </a:xfrm>
          <a:prstGeom prst="rect">
            <a:avLst/>
          </a:prstGeom>
        </p:spPr>
        <p:txBody>
          <a:bodyPr wrap="square" lIns="0" tIns="0" rIns="0" bIns="0" anchor="b" anchorCtr="0">
            <a:spAutoFit/>
          </a:bodyPr>
          <a:lstStyle>
            <a:lvl1pPr marL="0" indent="0">
              <a:lnSpc>
                <a:spcPct val="80000"/>
              </a:lnSpc>
              <a:spcBef>
                <a:spcPts val="0"/>
              </a:spcBef>
              <a:buNone/>
              <a:defRPr sz="54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Presentation title in one line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356882" y="336207"/>
            <a:ext cx="4305428" cy="365068"/>
          </a:xfrm>
        </p:spPr>
        <p:txBody>
          <a:bodyPr lIns="0" rIns="0" anchor="t" anchorCtr="0"/>
          <a:lstStyle>
            <a:lvl1pPr algn="l">
              <a:defRPr b="1" i="0" u="none">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6" name="Subtitle 2">
            <a:extLst>
              <a:ext uri="{FF2B5EF4-FFF2-40B4-BE49-F238E27FC236}">
                <a16:creationId xmlns:a16="http://schemas.microsoft.com/office/drawing/2014/main" id="{94B42380-185F-655C-53BF-0508E0FCE1DC}"/>
              </a:ext>
            </a:extLst>
          </p:cNvPr>
          <p:cNvSpPr>
            <a:spLocks noGrp="1"/>
          </p:cNvSpPr>
          <p:nvPr>
            <p:ph type="subTitle" idx="1" hasCustomPrompt="1"/>
          </p:nvPr>
        </p:nvSpPr>
        <p:spPr>
          <a:xfrm>
            <a:off x="356884" y="4206328"/>
            <a:ext cx="4892449"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7" name="Graphic 6">
            <a:extLst>
              <a:ext uri="{FF2B5EF4-FFF2-40B4-BE49-F238E27FC236}">
                <a16:creationId xmlns:a16="http://schemas.microsoft.com/office/drawing/2014/main" id="{32061C02-590C-472C-A4E9-BD821E91E0D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6884" y="1913572"/>
            <a:ext cx="1878316" cy="688609"/>
          </a:xfrm>
          <a:prstGeom prst="rect">
            <a:avLst/>
          </a:prstGeom>
        </p:spPr>
      </p:pic>
      <p:sp>
        <p:nvSpPr>
          <p:cNvPr id="8" name="Picture Placeholder 4">
            <a:extLst>
              <a:ext uri="{FF2B5EF4-FFF2-40B4-BE49-F238E27FC236}">
                <a16:creationId xmlns:a16="http://schemas.microsoft.com/office/drawing/2014/main" id="{8BFA3C67-A1F1-A17E-4107-28D8F1CBBCB8}"/>
              </a:ext>
            </a:extLst>
          </p:cNvPr>
          <p:cNvSpPr>
            <a:spLocks noGrp="1"/>
          </p:cNvSpPr>
          <p:nvPr>
            <p:ph type="pic" sz="quarter" idx="17" hasCustomPrompt="1"/>
          </p:nvPr>
        </p:nvSpPr>
        <p:spPr>
          <a:xfrm>
            <a:off x="5508979" y="3438582"/>
            <a:ext cx="632613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9" name="Picture Placeholder 4">
            <a:extLst>
              <a:ext uri="{FF2B5EF4-FFF2-40B4-BE49-F238E27FC236}">
                <a16:creationId xmlns:a16="http://schemas.microsoft.com/office/drawing/2014/main" id="{A589B632-C81B-5144-E0FB-DCAD0320B1E1}"/>
              </a:ext>
            </a:extLst>
          </p:cNvPr>
          <p:cNvSpPr>
            <a:spLocks noGrp="1"/>
          </p:cNvSpPr>
          <p:nvPr>
            <p:ph type="pic" sz="quarter" idx="18" hasCustomPrompt="1"/>
          </p:nvPr>
        </p:nvSpPr>
        <p:spPr>
          <a:xfrm>
            <a:off x="8674228" y="380941"/>
            <a:ext cx="3160889" cy="3038478"/>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Tree>
    <p:extLst>
      <p:ext uri="{BB962C8B-B14F-4D97-AF65-F5344CB8AC3E}">
        <p14:creationId xmlns:p14="http://schemas.microsoft.com/office/powerpoint/2010/main" val="23964318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7" y="2829549"/>
            <a:ext cx="3397024" cy="1354008"/>
          </a:xfrm>
          <a:prstGeom prst="rect">
            <a:avLst/>
          </a:prstGeom>
        </p:spPr>
        <p:txBody>
          <a:bodyPr wrap="square" lIns="0" tIns="0" rIns="0" bIns="0" anchor="ctr" anchorCtr="0">
            <a:noAutofit/>
          </a:bodyPr>
          <a:lstStyle>
            <a:lvl1pPr marL="0" indent="0" algn="r">
              <a:lnSpc>
                <a:spcPct val="80000"/>
              </a:lnSpc>
              <a:spcBef>
                <a:spcPts val="0"/>
              </a:spcBef>
              <a:buNone/>
              <a:defRPr sz="44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Agenda goes here</a:t>
            </a:r>
            <a:endParaRPr lang="en-GB"/>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7" y="345103"/>
            <a:ext cx="1304767" cy="478341"/>
          </a:xfrm>
          <a:prstGeom prst="rect">
            <a:avLst/>
          </a:prstGeom>
        </p:spPr>
      </p:pic>
      <p:sp>
        <p:nvSpPr>
          <p:cNvPr id="2" name="Picture Placeholder 4">
            <a:extLst>
              <a:ext uri="{FF2B5EF4-FFF2-40B4-BE49-F238E27FC236}">
                <a16:creationId xmlns:a16="http://schemas.microsoft.com/office/drawing/2014/main" id="{05443B0C-0512-817A-F81A-E702614F89FF}"/>
              </a:ext>
            </a:extLst>
          </p:cNvPr>
          <p:cNvSpPr>
            <a:spLocks noGrp="1"/>
          </p:cNvSpPr>
          <p:nvPr>
            <p:ph type="pic" sz="quarter" idx="15" hasCustomPrompt="1"/>
          </p:nvPr>
        </p:nvSpPr>
        <p:spPr>
          <a:xfrm>
            <a:off x="7943850" y="380942"/>
            <a:ext cx="3865033" cy="6095059"/>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cxnSp>
        <p:nvCxnSpPr>
          <p:cNvPr id="9" name="Straight Connector 8">
            <a:extLst>
              <a:ext uri="{FF2B5EF4-FFF2-40B4-BE49-F238E27FC236}">
                <a16:creationId xmlns:a16="http://schemas.microsoft.com/office/drawing/2014/main" id="{C0FB7F63-005B-A24C-B355-62BC97A93021}"/>
              </a:ext>
            </a:extLst>
          </p:cNvPr>
          <p:cNvCxnSpPr/>
          <p:nvPr userDrawn="1"/>
        </p:nvCxnSpPr>
        <p:spPr>
          <a:xfrm>
            <a:off x="3984097" y="2409002"/>
            <a:ext cx="0" cy="2186482"/>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0">
            <a:extLst>
              <a:ext uri="{FF2B5EF4-FFF2-40B4-BE49-F238E27FC236}">
                <a16:creationId xmlns:a16="http://schemas.microsoft.com/office/drawing/2014/main" id="{684A57E6-605C-9298-76D4-758BB261E90B}"/>
              </a:ext>
            </a:extLst>
          </p:cNvPr>
          <p:cNvSpPr>
            <a:spLocks noGrp="1"/>
          </p:cNvSpPr>
          <p:nvPr>
            <p:ph type="body" sz="quarter" idx="16" hasCustomPrompt="1"/>
          </p:nvPr>
        </p:nvSpPr>
        <p:spPr>
          <a:xfrm>
            <a:off x="4176184" y="2829546"/>
            <a:ext cx="3139017" cy="1354458"/>
          </a:xfrm>
        </p:spPr>
        <p:txBody>
          <a:bodyPr anchor="ctr" anchorCtr="0"/>
          <a:lstStyle>
            <a:lvl1pPr marL="0" indent="0">
              <a:lnSpc>
                <a:spcPct val="100000"/>
              </a:lnSpc>
              <a:spcBef>
                <a:spcPts val="800"/>
              </a:spcBef>
              <a:buNone/>
              <a:defRPr sz="1400"/>
            </a:lvl1pPr>
            <a:lvl2pPr marL="0" indent="0">
              <a:buNone/>
              <a:defRPr/>
            </a:lvl2pPr>
            <a:lvl3pPr marL="0" indent="0">
              <a:buNone/>
              <a:defRPr/>
            </a:lvl3pPr>
            <a:lvl4pPr marL="0" indent="0">
              <a:buNone/>
              <a:defRPr/>
            </a:lvl4pPr>
            <a:lvl5pPr marL="0" indent="0">
              <a:buNone/>
              <a:defRPr/>
            </a:lvl5pPr>
          </a:lstStyle>
          <a:p>
            <a:pPr lvl="0"/>
            <a:r>
              <a:rPr lang="en-US"/>
              <a:t>Topic one</a:t>
            </a:r>
          </a:p>
        </p:txBody>
      </p:sp>
    </p:spTree>
    <p:extLst>
      <p:ext uri="{BB962C8B-B14F-4D97-AF65-F5344CB8AC3E}">
        <p14:creationId xmlns:p14="http://schemas.microsoft.com/office/powerpoint/2010/main" val="322016992"/>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Intro_Statem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383117" y="380942"/>
            <a:ext cx="114192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1" name="Text Placeholder 9">
            <a:extLst>
              <a:ext uri="{FF2B5EF4-FFF2-40B4-BE49-F238E27FC236}">
                <a16:creationId xmlns:a16="http://schemas.microsoft.com/office/drawing/2014/main" id="{88C9FF1D-8EC4-64F2-D640-DEA9AE8CF013}"/>
              </a:ext>
            </a:extLst>
          </p:cNvPr>
          <p:cNvSpPr>
            <a:spLocks noGrp="1"/>
          </p:cNvSpPr>
          <p:nvPr>
            <p:ph type="body" sz="quarter" idx="14" hasCustomPrompt="1"/>
          </p:nvPr>
        </p:nvSpPr>
        <p:spPr>
          <a:xfrm>
            <a:off x="1769807" y="3096390"/>
            <a:ext cx="8652387" cy="281103"/>
          </a:xfrm>
          <a:prstGeom prst="rect">
            <a:avLst/>
          </a:prstGeom>
        </p:spPr>
        <p:txBody>
          <a:bodyPr lIns="0" tIns="0" rIns="0" bIns="0" anchor="ctr" anchorCtr="0">
            <a:spAutoFit/>
          </a:bodyPr>
          <a:lstStyle>
            <a:lvl1pPr marL="0" indent="0" algn="ctr">
              <a:lnSpc>
                <a:spcPct val="110000"/>
              </a:lnSpc>
              <a:spcBef>
                <a:spcPts val="0"/>
              </a:spcBef>
              <a:spcAft>
                <a:spcPts val="800"/>
              </a:spcAft>
              <a:buNone/>
              <a:defRPr sz="1800" b="1">
                <a:solidFill>
                  <a:schemeClr val="bg1"/>
                </a:solidFill>
                <a:latin typeface="+mj-lt"/>
              </a:defRPr>
            </a:lvl1pPr>
            <a:lvl2pPr marL="0" indent="0">
              <a:lnSpc>
                <a:spcPct val="110000"/>
              </a:lnSpc>
              <a:buNone/>
              <a:defRPr sz="933"/>
            </a:lvl2pPr>
          </a:lstStyle>
          <a:p>
            <a:pPr lvl="0"/>
            <a:r>
              <a:rPr lang="en-US"/>
              <a:t>Intro text goes here</a:t>
            </a:r>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646669329"/>
      </p:ext>
    </p:extLst>
  </p:cSld>
  <p:clrMapOvr>
    <a:masterClrMapping/>
  </p:clrMapOvr>
  <p:extLst>
    <p:ext uri="{DCECCB84-F9BA-43D5-87BE-67443E8EF086}">
      <p15:sldGuideLst xmlns:p15="http://schemas.microsoft.com/office/powerpoint/2012/main">
        <p15:guide id="4" pos="11158">
          <p15:clr>
            <a:srgbClr val="FBAE40"/>
          </p15:clr>
        </p15:guide>
        <p15:guide id="5" orient="horz" pos="5758">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2" name="Title 1">
            <a:extLst>
              <a:ext uri="{FF2B5EF4-FFF2-40B4-BE49-F238E27FC236}">
                <a16:creationId xmlns:a16="http://schemas.microsoft.com/office/drawing/2014/main" id="{37C35C11-5C4D-4B9D-1E20-2B603B70640D}"/>
              </a:ext>
            </a:extLst>
          </p:cNvPr>
          <p:cNvSpPr>
            <a:spLocks noGrp="1"/>
          </p:cNvSpPr>
          <p:nvPr>
            <p:ph type="title" hasCustomPrompt="1"/>
          </p:nvPr>
        </p:nvSpPr>
        <p:spPr>
          <a:xfrm>
            <a:off x="384000" y="383941"/>
            <a:ext cx="3411009" cy="436733"/>
          </a:xfrm>
        </p:spPr>
        <p:txBody>
          <a:bodyPr tIns="0" bIns="0" anchor="t" anchorCtr="0"/>
          <a:lstStyle>
            <a:lvl1pPr>
              <a:defRPr>
                <a:solidFill>
                  <a:schemeClr val="accent1"/>
                </a:solidFill>
              </a:defRPr>
            </a:lvl1pPr>
          </a:lstStyle>
          <a:p>
            <a:r>
              <a:rPr lang="en-GB"/>
              <a:t>Main headline in here</a:t>
            </a:r>
          </a:p>
        </p:txBody>
      </p:sp>
      <p:sp>
        <p:nvSpPr>
          <p:cNvPr id="12" name="Text Placeholder 9">
            <a:extLst>
              <a:ext uri="{FF2B5EF4-FFF2-40B4-BE49-F238E27FC236}">
                <a16:creationId xmlns:a16="http://schemas.microsoft.com/office/drawing/2014/main" id="{68B8C5C5-0BFA-16A2-CAC0-A4328B7C65BA}"/>
              </a:ext>
            </a:extLst>
          </p:cNvPr>
          <p:cNvSpPr>
            <a:spLocks noGrp="1"/>
          </p:cNvSpPr>
          <p:nvPr>
            <p:ph type="body" sz="quarter" idx="13" hasCustomPrompt="1"/>
          </p:nvPr>
        </p:nvSpPr>
        <p:spPr>
          <a:xfrm>
            <a:off x="384000" y="1991693"/>
            <a:ext cx="341100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4" name="Text Placeholder 9">
            <a:extLst>
              <a:ext uri="{FF2B5EF4-FFF2-40B4-BE49-F238E27FC236}">
                <a16:creationId xmlns:a16="http://schemas.microsoft.com/office/drawing/2014/main" id="{F9EC3CBA-EA7D-94F6-C2CB-D734C887E04D}"/>
              </a:ext>
            </a:extLst>
          </p:cNvPr>
          <p:cNvSpPr>
            <a:spLocks noGrp="1"/>
          </p:cNvSpPr>
          <p:nvPr>
            <p:ph type="body" sz="quarter" idx="14" hasCustomPrompt="1"/>
          </p:nvPr>
        </p:nvSpPr>
        <p:spPr>
          <a:xfrm>
            <a:off x="384000" y="2207662"/>
            <a:ext cx="3411009" cy="3887717"/>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073226942"/>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3" name="Slide Number Placeholder 5">
            <a:extLst>
              <a:ext uri="{FF2B5EF4-FFF2-40B4-BE49-F238E27FC236}">
                <a16:creationId xmlns:a16="http://schemas.microsoft.com/office/drawing/2014/main" id="{616CF0F4-3BCC-40A7-25B2-EF1A5EF3DCBE}"/>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5" name="Graphic 4">
            <a:extLst>
              <a:ext uri="{FF2B5EF4-FFF2-40B4-BE49-F238E27FC236}">
                <a16:creationId xmlns:a16="http://schemas.microsoft.com/office/drawing/2014/main" id="{C7A13DB5-501C-3A5D-4608-243C39648B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2" name="Subtitle 2">
            <a:extLst>
              <a:ext uri="{FF2B5EF4-FFF2-40B4-BE49-F238E27FC236}">
                <a16:creationId xmlns:a16="http://schemas.microsoft.com/office/drawing/2014/main" id="{6810B706-0219-C317-2DA6-0D4AE49E602B}"/>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
        <p:nvSpPr>
          <p:cNvPr id="3" name="Title 2">
            <a:extLst>
              <a:ext uri="{FF2B5EF4-FFF2-40B4-BE49-F238E27FC236}">
                <a16:creationId xmlns:a16="http://schemas.microsoft.com/office/drawing/2014/main" id="{91691B28-1CB4-E764-6352-07DDF4198020}"/>
              </a:ext>
            </a:extLst>
          </p:cNvPr>
          <p:cNvSpPr>
            <a:spLocks noGrp="1"/>
          </p:cNvSpPr>
          <p:nvPr>
            <p:ph type="title" hasCustomPrompt="1"/>
          </p:nvPr>
        </p:nvSpPr>
        <p:spPr>
          <a:xfrm>
            <a:off x="384000" y="1276606"/>
            <a:ext cx="3406776" cy="822467"/>
          </a:xfrm>
        </p:spPr>
        <p:txBody>
          <a:bodyPr tIns="0" bIns="0" anchor="t"/>
          <a:lstStyle>
            <a:lvl1pPr>
              <a:defRPr>
                <a:solidFill>
                  <a:schemeClr val="accent1"/>
                </a:solidFill>
              </a:defRPr>
            </a:lvl1pPr>
          </a:lstStyle>
          <a:p>
            <a:r>
              <a:rPr lang="en-GB"/>
              <a:t>Main headline in here</a:t>
            </a:r>
          </a:p>
        </p:txBody>
      </p:sp>
      <p:sp>
        <p:nvSpPr>
          <p:cNvPr id="12" name="Text Placeholder 9">
            <a:extLst>
              <a:ext uri="{FF2B5EF4-FFF2-40B4-BE49-F238E27FC236}">
                <a16:creationId xmlns:a16="http://schemas.microsoft.com/office/drawing/2014/main" id="{A54DF731-7A35-E91B-12E3-5E586C75C099}"/>
              </a:ext>
            </a:extLst>
          </p:cNvPr>
          <p:cNvSpPr>
            <a:spLocks noGrp="1"/>
          </p:cNvSpPr>
          <p:nvPr>
            <p:ph type="body" sz="quarter" idx="13" hasCustomPrompt="1"/>
          </p:nvPr>
        </p:nvSpPr>
        <p:spPr>
          <a:xfrm>
            <a:off x="384000" y="2615596"/>
            <a:ext cx="3402543"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4" name="Text Placeholder 9">
            <a:extLst>
              <a:ext uri="{FF2B5EF4-FFF2-40B4-BE49-F238E27FC236}">
                <a16:creationId xmlns:a16="http://schemas.microsoft.com/office/drawing/2014/main" id="{F76BC1D5-CC3C-4C3B-9A2B-ADF2DD9ED9F5}"/>
              </a:ext>
            </a:extLst>
          </p:cNvPr>
          <p:cNvSpPr>
            <a:spLocks noGrp="1"/>
          </p:cNvSpPr>
          <p:nvPr>
            <p:ph type="body" sz="quarter" idx="14" hasCustomPrompt="1"/>
          </p:nvPr>
        </p:nvSpPr>
        <p:spPr>
          <a:xfrm>
            <a:off x="384000" y="2831563"/>
            <a:ext cx="3402543"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284975796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9_Long 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6096001" y="380942"/>
            <a:ext cx="571288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2" name="Slide Number Placeholder 5">
            <a:extLst>
              <a:ext uri="{FF2B5EF4-FFF2-40B4-BE49-F238E27FC236}">
                <a16:creationId xmlns:a16="http://schemas.microsoft.com/office/drawing/2014/main" id="{C586BEBD-9DEF-D771-A4DF-9BA74AD4AB08}"/>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7" name="Text Placeholder 7">
            <a:extLst>
              <a:ext uri="{FF2B5EF4-FFF2-40B4-BE49-F238E27FC236}">
                <a16:creationId xmlns:a16="http://schemas.microsoft.com/office/drawing/2014/main" id="{2931A2B1-1FDE-2F3C-CED9-9F1B42A93BC0}"/>
              </a:ext>
            </a:extLst>
          </p:cNvPr>
          <p:cNvSpPr>
            <a:spLocks noGrp="1"/>
          </p:cNvSpPr>
          <p:nvPr>
            <p:ph type="body" sz="quarter" idx="12" hasCustomPrompt="1"/>
          </p:nvPr>
        </p:nvSpPr>
        <p:spPr>
          <a:xfrm>
            <a:off x="383118" y="1276603"/>
            <a:ext cx="5329902"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Long header with two lines of text</a:t>
            </a:r>
            <a:endParaRPr lang="en-GB"/>
          </a:p>
        </p:txBody>
      </p:sp>
      <p:pic>
        <p:nvPicPr>
          <p:cNvPr id="4" name="Graphic 3">
            <a:extLst>
              <a:ext uri="{FF2B5EF4-FFF2-40B4-BE49-F238E27FC236}">
                <a16:creationId xmlns:a16="http://schemas.microsoft.com/office/drawing/2014/main" id="{AA69D8CB-3D19-E385-6E76-2E8CC5B545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1" name="Text Placeholder 9">
            <a:extLst>
              <a:ext uri="{FF2B5EF4-FFF2-40B4-BE49-F238E27FC236}">
                <a16:creationId xmlns:a16="http://schemas.microsoft.com/office/drawing/2014/main" id="{1F194FE6-099F-8CC1-4CB5-CD50F655AD91}"/>
              </a:ext>
            </a:extLst>
          </p:cNvPr>
          <p:cNvSpPr>
            <a:spLocks noGrp="1"/>
          </p:cNvSpPr>
          <p:nvPr>
            <p:ph type="body" sz="quarter" idx="13" hasCustomPrompt="1"/>
          </p:nvPr>
        </p:nvSpPr>
        <p:spPr>
          <a:xfrm>
            <a:off x="384000" y="2615596"/>
            <a:ext cx="5326592" cy="212191"/>
          </a:xfrm>
          <a:prstGeom prst="rect">
            <a:avLst/>
          </a:prstGeom>
        </p:spPr>
        <p:txBody>
          <a:bodyPr lIns="0" tIns="0" rIns="0" bIns="0"/>
          <a:lstStyle>
            <a:lvl1pPr marL="0" indent="0">
              <a:lnSpc>
                <a:spcPct val="110000"/>
              </a:lnSpc>
              <a:spcBef>
                <a:spcPts val="0"/>
              </a:spcBef>
              <a:spcAft>
                <a:spcPts val="800"/>
              </a:spcAft>
              <a:buNone/>
              <a:defRPr sz="1400" b="1">
                <a:solidFill>
                  <a:srgbClr val="002C77"/>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24200B9D-6238-5414-2FF0-76CEB5F22A18}"/>
              </a:ext>
            </a:extLst>
          </p:cNvPr>
          <p:cNvSpPr>
            <a:spLocks noGrp="1"/>
          </p:cNvSpPr>
          <p:nvPr>
            <p:ph type="body" sz="quarter" idx="14" hasCustomPrompt="1"/>
          </p:nvPr>
        </p:nvSpPr>
        <p:spPr>
          <a:xfrm>
            <a:off x="384000" y="2831563"/>
            <a:ext cx="5326592"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4" name="Subtitle 2">
            <a:extLst>
              <a:ext uri="{FF2B5EF4-FFF2-40B4-BE49-F238E27FC236}">
                <a16:creationId xmlns:a16="http://schemas.microsoft.com/office/drawing/2014/main" id="{3A622A3C-04FB-E753-44B9-525ECC4172CF}"/>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656642790"/>
      </p:ext>
    </p:extLst>
  </p:cSld>
  <p:clrMapOvr>
    <a:masterClrMapping/>
  </p:clrMapOvr>
  <p:extLst>
    <p:ext uri="{DCECCB84-F9BA-43D5-87BE-67443E8EF086}">
      <p15:sldGuideLst xmlns:p15="http://schemas.microsoft.com/office/powerpoint/2012/main">
        <p15:guide id="3" pos="7446" userDrawn="1">
          <p15:clr>
            <a:srgbClr val="FBAE40"/>
          </p15:clr>
        </p15:guide>
        <p15:guide id="4" pos="11158">
          <p15:clr>
            <a:srgbClr val="FBAE40"/>
          </p15:clr>
        </p15:guide>
        <p15:guide id="5" orient="horz" pos="5758">
          <p15:clr>
            <a:srgbClr val="FBAE40"/>
          </p15:clr>
        </p15:guide>
        <p15:guide id="6" pos="234" userDrawn="1">
          <p15:clr>
            <a:srgbClr val="FBAE40"/>
          </p15:clr>
        </p15:guide>
        <p15:guide id="7" pos="3840" userDrawn="1">
          <p15:clr>
            <a:srgbClr val="FBAE40"/>
          </p15:clr>
        </p15:guide>
        <p15:guide id="8" pos="361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Long Title and Content">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6096001" y="380942"/>
            <a:ext cx="571288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2" name="Slide Number Placeholder 5">
            <a:extLst>
              <a:ext uri="{FF2B5EF4-FFF2-40B4-BE49-F238E27FC236}">
                <a16:creationId xmlns:a16="http://schemas.microsoft.com/office/drawing/2014/main" id="{C586BEBD-9DEF-D771-A4DF-9BA74AD4AB08}"/>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17" name="Text Placeholder 7">
            <a:extLst>
              <a:ext uri="{FF2B5EF4-FFF2-40B4-BE49-F238E27FC236}">
                <a16:creationId xmlns:a16="http://schemas.microsoft.com/office/drawing/2014/main" id="{2931A2B1-1FDE-2F3C-CED9-9F1B42A93BC0}"/>
              </a:ext>
            </a:extLst>
          </p:cNvPr>
          <p:cNvSpPr>
            <a:spLocks noGrp="1"/>
          </p:cNvSpPr>
          <p:nvPr>
            <p:ph type="body" sz="quarter" idx="12" hasCustomPrompt="1"/>
          </p:nvPr>
        </p:nvSpPr>
        <p:spPr>
          <a:xfrm>
            <a:off x="383118" y="383941"/>
            <a:ext cx="5329902"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Long header with two lines of text</a:t>
            </a:r>
            <a:endParaRPr lang="en-GB"/>
          </a:p>
        </p:txBody>
      </p:sp>
      <p:pic>
        <p:nvPicPr>
          <p:cNvPr id="4" name="Graphic 3">
            <a:extLst>
              <a:ext uri="{FF2B5EF4-FFF2-40B4-BE49-F238E27FC236}">
                <a16:creationId xmlns:a16="http://schemas.microsoft.com/office/drawing/2014/main" id="{AA69D8CB-3D19-E385-6E76-2E8CC5B545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Text Placeholder 9">
            <a:extLst>
              <a:ext uri="{FF2B5EF4-FFF2-40B4-BE49-F238E27FC236}">
                <a16:creationId xmlns:a16="http://schemas.microsoft.com/office/drawing/2014/main" id="{8C44FB80-9E6B-F90A-0620-A273055BCCB9}"/>
              </a:ext>
            </a:extLst>
          </p:cNvPr>
          <p:cNvSpPr>
            <a:spLocks noGrp="1"/>
          </p:cNvSpPr>
          <p:nvPr>
            <p:ph type="body" sz="quarter" idx="13" hasCustomPrompt="1"/>
          </p:nvPr>
        </p:nvSpPr>
        <p:spPr>
          <a:xfrm>
            <a:off x="384000" y="1991693"/>
            <a:ext cx="5326592" cy="212191"/>
          </a:xfrm>
          <a:prstGeom prst="rect">
            <a:avLst/>
          </a:prstGeom>
        </p:spPr>
        <p:txBody>
          <a:bodyPr lIns="0" tIns="0" rIns="0" bIns="0"/>
          <a:lstStyle>
            <a:lvl1pPr marL="0" indent="0">
              <a:lnSpc>
                <a:spcPct val="110000"/>
              </a:lnSpc>
              <a:spcBef>
                <a:spcPts val="0"/>
              </a:spcBef>
              <a:spcAft>
                <a:spcPts val="800"/>
              </a:spcAft>
              <a:buNone/>
              <a:defRPr sz="1400" b="1">
                <a:solidFill>
                  <a:srgbClr val="002C77"/>
                </a:solidFill>
                <a:latin typeface="+mj-lt"/>
              </a:defRPr>
            </a:lvl1pPr>
            <a:lvl2pPr marL="0" indent="0">
              <a:lnSpc>
                <a:spcPct val="110000"/>
              </a:lnSpc>
              <a:buNone/>
              <a:defRPr sz="933"/>
            </a:lvl2pPr>
          </a:lstStyle>
          <a:p>
            <a:pPr lvl="0"/>
            <a:r>
              <a:rPr lang="en-US"/>
              <a:t>Subheading in here</a:t>
            </a:r>
          </a:p>
        </p:txBody>
      </p:sp>
      <p:sp>
        <p:nvSpPr>
          <p:cNvPr id="11" name="Text Placeholder 9">
            <a:extLst>
              <a:ext uri="{FF2B5EF4-FFF2-40B4-BE49-F238E27FC236}">
                <a16:creationId xmlns:a16="http://schemas.microsoft.com/office/drawing/2014/main" id="{BA841CAC-9D54-76E5-24EA-01D7CB0F996C}"/>
              </a:ext>
            </a:extLst>
          </p:cNvPr>
          <p:cNvSpPr>
            <a:spLocks noGrp="1"/>
          </p:cNvSpPr>
          <p:nvPr>
            <p:ph type="body" sz="quarter" idx="14" hasCustomPrompt="1"/>
          </p:nvPr>
        </p:nvSpPr>
        <p:spPr>
          <a:xfrm>
            <a:off x="384000" y="2207659"/>
            <a:ext cx="5326592" cy="326442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Tree>
    <p:extLst>
      <p:ext uri="{BB962C8B-B14F-4D97-AF65-F5344CB8AC3E}">
        <p14:creationId xmlns:p14="http://schemas.microsoft.com/office/powerpoint/2010/main" val="123070012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8_Short 2 Line Title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FAA12D-1779-4108-396A-43C7385C1663}"/>
              </a:ext>
            </a:extLst>
          </p:cNvPr>
          <p:cNvSpPr/>
          <p:nvPr userDrawn="1"/>
        </p:nvSpPr>
        <p:spPr>
          <a:xfrm>
            <a:off x="4175301" y="380942"/>
            <a:ext cx="7645224" cy="5712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802356" y="1524296"/>
            <a:ext cx="3012831" cy="3809413"/>
          </a:xfrm>
          <a:prstGeom prst="rect">
            <a:avLst/>
          </a:prstGeom>
          <a:solidFill>
            <a:schemeClr val="bg1"/>
          </a:solidFill>
          <a:ln>
            <a:noFill/>
          </a:ln>
        </p:spPr>
        <p:txBody>
          <a:bodyPr tIns="1440000"/>
          <a:lstStyle>
            <a:lvl1pPr marL="0" indent="0" algn="ctr">
              <a:buNone/>
              <a:defRPr>
                <a:solidFill>
                  <a:schemeClr val="accent1"/>
                </a:solidFill>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383941"/>
            <a:ext cx="340889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1871714"/>
            <a:ext cx="3406775"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Picture Placeholder 4">
            <a:extLst>
              <a:ext uri="{FF2B5EF4-FFF2-40B4-BE49-F238E27FC236}">
                <a16:creationId xmlns:a16="http://schemas.microsoft.com/office/drawing/2014/main" id="{C28DC218-8FD4-97A5-6368-6B49555C8263}"/>
              </a:ext>
            </a:extLst>
          </p:cNvPr>
          <p:cNvSpPr>
            <a:spLocks noGrp="1"/>
          </p:cNvSpPr>
          <p:nvPr>
            <p:ph type="pic" sz="quarter" idx="17" hasCustomPrompt="1"/>
          </p:nvPr>
        </p:nvSpPr>
        <p:spPr>
          <a:xfrm>
            <a:off x="8131710" y="1524296"/>
            <a:ext cx="3012831" cy="3809413"/>
          </a:xfrm>
          <a:prstGeom prst="rect">
            <a:avLst/>
          </a:prstGeom>
          <a:solidFill>
            <a:schemeClr val="bg1"/>
          </a:solidFill>
          <a:ln>
            <a:noFill/>
          </a:ln>
        </p:spPr>
        <p:txBody>
          <a:bodyPr tIns="1440000"/>
          <a:lstStyle>
            <a:lvl1pPr marL="0" indent="0" algn="ctr">
              <a:buNone/>
              <a:defRPr>
                <a:solidFill>
                  <a:schemeClr val="accent1"/>
                </a:solidFill>
              </a:defRPr>
            </a:lvl1pPr>
          </a:lstStyle>
          <a:p>
            <a:r>
              <a:rPr lang="en-GB"/>
              <a:t>Drag and drop image here</a:t>
            </a:r>
          </a:p>
        </p:txBody>
      </p:sp>
    </p:spTree>
    <p:extLst>
      <p:ext uri="{BB962C8B-B14F-4D97-AF65-F5344CB8AC3E}">
        <p14:creationId xmlns:p14="http://schemas.microsoft.com/office/powerpoint/2010/main" val="2480259176"/>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Short 2 Line Title Slid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DFAA12D-1779-4108-396A-43C7385C1663}"/>
              </a:ext>
            </a:extLst>
          </p:cNvPr>
          <p:cNvSpPr/>
          <p:nvPr userDrawn="1"/>
        </p:nvSpPr>
        <p:spPr>
          <a:xfrm>
            <a:off x="4175301" y="380942"/>
            <a:ext cx="7645224" cy="57120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802356" y="1524296"/>
            <a:ext cx="3012831" cy="3809413"/>
          </a:xfrm>
          <a:prstGeom prst="rect">
            <a:avLst/>
          </a:prstGeom>
          <a:solidFill>
            <a:schemeClr val="bg1"/>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1276603"/>
            <a:ext cx="3408893" cy="935068"/>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2543607"/>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2759575"/>
            <a:ext cx="3406775" cy="333580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Picture Placeholder 4">
            <a:extLst>
              <a:ext uri="{FF2B5EF4-FFF2-40B4-BE49-F238E27FC236}">
                <a16:creationId xmlns:a16="http://schemas.microsoft.com/office/drawing/2014/main" id="{C28DC218-8FD4-97A5-6368-6B49555C8263}"/>
              </a:ext>
            </a:extLst>
          </p:cNvPr>
          <p:cNvSpPr>
            <a:spLocks noGrp="1"/>
          </p:cNvSpPr>
          <p:nvPr>
            <p:ph type="pic" sz="quarter" idx="17" hasCustomPrompt="1"/>
          </p:nvPr>
        </p:nvSpPr>
        <p:spPr>
          <a:xfrm>
            <a:off x="8131710" y="1524296"/>
            <a:ext cx="3012831" cy="3809413"/>
          </a:xfrm>
          <a:prstGeom prst="rect">
            <a:avLst/>
          </a:prstGeom>
          <a:solidFill>
            <a:schemeClr val="bg1"/>
          </a:solidFill>
          <a:ln>
            <a:noFill/>
          </a:ln>
        </p:spPr>
        <p:txBody>
          <a:bodyPr tIns="1440000"/>
          <a:lstStyle>
            <a:lvl1pPr marL="0" indent="0" algn="ctr">
              <a:buNone/>
              <a:defRPr/>
            </a:lvl1pPr>
          </a:lstStyle>
          <a:p>
            <a:r>
              <a:rPr lang="en-GB"/>
              <a:t>Drag and drop image here</a:t>
            </a:r>
          </a:p>
        </p:txBody>
      </p:sp>
      <p:sp>
        <p:nvSpPr>
          <p:cNvPr id="11" name="Subtitle 2">
            <a:extLst>
              <a:ext uri="{FF2B5EF4-FFF2-40B4-BE49-F238E27FC236}">
                <a16:creationId xmlns:a16="http://schemas.microsoft.com/office/drawing/2014/main" id="{4F598440-E671-0975-CDAC-530CC9707630}"/>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181288538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Short 2 Line Title Slide">
    <p:bg>
      <p:bgPr>
        <a:solidFill>
          <a:schemeClr val="bg1"/>
        </a:solidFill>
        <a:effectLst/>
      </p:bgPr>
    </p:bg>
    <p:spTree>
      <p:nvGrpSpPr>
        <p:cNvPr id="1" name=""/>
        <p:cNvGrpSpPr/>
        <p:nvPr/>
      </p:nvGrpSpPr>
      <p:grpSpPr>
        <a:xfrm>
          <a:off x="0" y="0"/>
          <a:ext cx="0" cy="0"/>
          <a:chOff x="0" y="0"/>
          <a:chExt cx="0" cy="0"/>
        </a:xfrm>
      </p:grpSpPr>
      <p:sp>
        <p:nvSpPr>
          <p:cNvPr id="7" name="Picture Placeholder 4">
            <a:extLst>
              <a:ext uri="{FF2B5EF4-FFF2-40B4-BE49-F238E27FC236}">
                <a16:creationId xmlns:a16="http://schemas.microsoft.com/office/drawing/2014/main" id="{6BCE9B03-8D5C-3A3C-310B-FCE420B13FBB}"/>
              </a:ext>
            </a:extLst>
          </p:cNvPr>
          <p:cNvSpPr>
            <a:spLocks noGrp="1"/>
          </p:cNvSpPr>
          <p:nvPr>
            <p:ph type="pic" sz="quarter" idx="15" hasCustomPrompt="1"/>
          </p:nvPr>
        </p:nvSpPr>
        <p:spPr>
          <a:xfrm>
            <a:off x="4176183" y="380942"/>
            <a:ext cx="7632700"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3" name="Text Placeholder 7">
            <a:extLst>
              <a:ext uri="{FF2B5EF4-FFF2-40B4-BE49-F238E27FC236}">
                <a16:creationId xmlns:a16="http://schemas.microsoft.com/office/drawing/2014/main" id="{8C26E21C-A6E2-B957-B8DD-35EDD03CE9FA}"/>
              </a:ext>
            </a:extLst>
          </p:cNvPr>
          <p:cNvSpPr>
            <a:spLocks noGrp="1"/>
          </p:cNvSpPr>
          <p:nvPr>
            <p:ph type="body" sz="quarter" idx="12" hasCustomPrompt="1"/>
          </p:nvPr>
        </p:nvSpPr>
        <p:spPr>
          <a:xfrm>
            <a:off x="384001" y="383941"/>
            <a:ext cx="340889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Short two line header</a:t>
            </a:r>
            <a:endParaRPr lang="en-GB"/>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4002"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7" name="Text Placeholder 9">
            <a:extLst>
              <a:ext uri="{FF2B5EF4-FFF2-40B4-BE49-F238E27FC236}">
                <a16:creationId xmlns:a16="http://schemas.microsoft.com/office/drawing/2014/main" id="{8B8D987F-6098-6D07-4409-CD409ACC3DF2}"/>
              </a:ext>
            </a:extLst>
          </p:cNvPr>
          <p:cNvSpPr>
            <a:spLocks noGrp="1"/>
          </p:cNvSpPr>
          <p:nvPr>
            <p:ph type="body" sz="quarter" idx="14" hasCustomPrompt="1"/>
          </p:nvPr>
        </p:nvSpPr>
        <p:spPr>
          <a:xfrm>
            <a:off x="384002" y="1871714"/>
            <a:ext cx="3406775"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4079313797"/>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2638" userDrawn="1">
          <p15:clr>
            <a:srgbClr val="FBAE40"/>
          </p15:clr>
        </p15:guide>
        <p15:guide id="7" pos="3840" userDrawn="1">
          <p15:clr>
            <a:srgbClr val="FBAE40"/>
          </p15:clr>
        </p15:guide>
        <p15:guide id="9" pos="744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3 Columns of Tex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5235"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95454"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57854"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252968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2740853"/>
            <a:ext cx="3454399" cy="335209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5" y="1276603"/>
            <a:ext cx="11425767"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4" name="Subtitle 2">
            <a:extLst>
              <a:ext uri="{FF2B5EF4-FFF2-40B4-BE49-F238E27FC236}">
                <a16:creationId xmlns:a16="http://schemas.microsoft.com/office/drawing/2014/main" id="{42DE1B81-B08E-5002-45CF-77CD29AC6033}"/>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868677002"/>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10" pos="7892">
          <p15:clr>
            <a:srgbClr val="FBAE40"/>
          </p15:clr>
        </p15:guide>
        <p15:guide id="11"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Columns of Text">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52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5235"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1871714"/>
            <a:ext cx="3454399" cy="42284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Body copy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6" y="383941"/>
            <a:ext cx="11433870"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371087987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10" pos="7892">
          <p15:clr>
            <a:srgbClr val="FBAE40"/>
          </p15:clr>
        </p15:guide>
        <p15:guide id="11"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1_Long Title + Table or Graph">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5235" y="2538150"/>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Content Placeholder 8">
            <a:extLst>
              <a:ext uri="{FF2B5EF4-FFF2-40B4-BE49-F238E27FC236}">
                <a16:creationId xmlns:a16="http://schemas.microsoft.com/office/drawing/2014/main" id="{E22A3BAD-C1FD-1009-843A-2AC66D6BDD8E}"/>
              </a:ext>
            </a:extLst>
          </p:cNvPr>
          <p:cNvSpPr>
            <a:spLocks noGrp="1"/>
          </p:cNvSpPr>
          <p:nvPr>
            <p:ph sz="quarter" idx="18" hasCustomPrompt="1"/>
          </p:nvPr>
        </p:nvSpPr>
        <p:spPr>
          <a:xfrm>
            <a:off x="4192757" y="2749317"/>
            <a:ext cx="7614011" cy="3343627"/>
          </a:xfrm>
        </p:spPr>
        <p:txBody>
          <a:bodyPr bIns="1800000" anchor="ctr" anchorCtr="0"/>
          <a:lstStyle>
            <a:lvl1pPr marL="0" indent="0" algn="ctr">
              <a:buFontTx/>
              <a:buNone/>
              <a:defRPr/>
            </a:lvl1pPr>
            <a:lvl2pPr marL="304770" indent="0" algn="ctr">
              <a:buFontTx/>
              <a:buNone/>
              <a:defRPr/>
            </a:lvl2pPr>
            <a:lvl3pPr marL="609539" indent="0" algn="ctr">
              <a:buFontTx/>
              <a:buNone/>
              <a:defRPr/>
            </a:lvl3pPr>
            <a:lvl4pPr marL="914309" indent="0" algn="ctr">
              <a:buFontTx/>
              <a:buNone/>
              <a:defRPr/>
            </a:lvl4pPr>
            <a:lvl5pPr marL="1219078" indent="0" algn="ctr">
              <a:buFontTx/>
              <a:buNone/>
              <a:defRPr/>
            </a:lvl5pPr>
          </a:lstStyle>
          <a:p>
            <a:pPr lvl="0"/>
            <a:r>
              <a:rPr lang="en-GB"/>
              <a:t>Click to add table / graph / image etc</a:t>
            </a:r>
            <a:endParaRPr lang="en-US"/>
          </a:p>
        </p:txBody>
      </p:sp>
      <p:sp>
        <p:nvSpPr>
          <p:cNvPr id="11" name="Text Placeholder 7">
            <a:extLst>
              <a:ext uri="{FF2B5EF4-FFF2-40B4-BE49-F238E27FC236}">
                <a16:creationId xmlns:a16="http://schemas.microsoft.com/office/drawing/2014/main" id="{C7A08C24-9E4C-BABF-576F-D16C3E723F8D}"/>
              </a:ext>
            </a:extLst>
          </p:cNvPr>
          <p:cNvSpPr>
            <a:spLocks noGrp="1"/>
          </p:cNvSpPr>
          <p:nvPr>
            <p:ph type="body" sz="quarter" idx="12" hasCustomPrompt="1"/>
          </p:nvPr>
        </p:nvSpPr>
        <p:spPr>
          <a:xfrm>
            <a:off x="383116" y="1276603"/>
            <a:ext cx="11407078"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sp>
        <p:nvSpPr>
          <p:cNvPr id="12" name="Text Placeholder 9">
            <a:extLst>
              <a:ext uri="{FF2B5EF4-FFF2-40B4-BE49-F238E27FC236}">
                <a16:creationId xmlns:a16="http://schemas.microsoft.com/office/drawing/2014/main" id="{6501873A-06CE-90A8-B68A-F2947F55BA6F}"/>
              </a:ext>
            </a:extLst>
          </p:cNvPr>
          <p:cNvSpPr>
            <a:spLocks noGrp="1"/>
          </p:cNvSpPr>
          <p:nvPr>
            <p:ph type="body" sz="quarter" idx="15" hasCustomPrompt="1"/>
          </p:nvPr>
        </p:nvSpPr>
        <p:spPr>
          <a:xfrm>
            <a:off x="4176183" y="2538150"/>
            <a:ext cx="7614011"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Subtitle 2">
            <a:extLst>
              <a:ext uri="{FF2B5EF4-FFF2-40B4-BE49-F238E27FC236}">
                <a16:creationId xmlns:a16="http://schemas.microsoft.com/office/drawing/2014/main" id="{BF056422-0546-E069-A22A-0EA29C783151}"/>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
        <p:nvSpPr>
          <p:cNvPr id="5" name="Text Placeholder 4">
            <a:extLst>
              <a:ext uri="{FF2B5EF4-FFF2-40B4-BE49-F238E27FC236}">
                <a16:creationId xmlns:a16="http://schemas.microsoft.com/office/drawing/2014/main" id="{4A2E6A67-3A3F-778F-F2B2-EBBA8A5FC003}"/>
              </a:ext>
            </a:extLst>
          </p:cNvPr>
          <p:cNvSpPr>
            <a:spLocks noGrp="1"/>
          </p:cNvSpPr>
          <p:nvPr>
            <p:ph type="body" sz="quarter" idx="19" hasCustomPrompt="1"/>
          </p:nvPr>
        </p:nvSpPr>
        <p:spPr>
          <a:xfrm>
            <a:off x="383117" y="2749317"/>
            <a:ext cx="3408892" cy="3263396"/>
          </a:xfrm>
        </p:spPr>
        <p:txBody>
          <a:bodyPr/>
          <a:lstStyle/>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342878371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0_Long Title + Table or Graph">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A693FE1E-BFAC-31FF-60BD-8553C88A8156}"/>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sp>
        <p:nvSpPr>
          <p:cNvPr id="16" name="Text Placeholder 9">
            <a:extLst>
              <a:ext uri="{FF2B5EF4-FFF2-40B4-BE49-F238E27FC236}">
                <a16:creationId xmlns:a16="http://schemas.microsoft.com/office/drawing/2014/main" id="{0668BC0E-E8AF-FEB9-D5DC-604BF996D9F3}"/>
              </a:ext>
            </a:extLst>
          </p:cNvPr>
          <p:cNvSpPr>
            <a:spLocks noGrp="1"/>
          </p:cNvSpPr>
          <p:nvPr>
            <p:ph type="body" sz="quarter" idx="13" hasCustomPrompt="1"/>
          </p:nvPr>
        </p:nvSpPr>
        <p:spPr>
          <a:xfrm>
            <a:off x="385235" y="1655745"/>
            <a:ext cx="3406775"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pic>
        <p:nvPicPr>
          <p:cNvPr id="4" name="Graphic 3">
            <a:extLst>
              <a:ext uri="{FF2B5EF4-FFF2-40B4-BE49-F238E27FC236}">
                <a16:creationId xmlns:a16="http://schemas.microsoft.com/office/drawing/2014/main" id="{9621A88A-F000-CAD5-14EE-44C696BDCDF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Content Placeholder 8">
            <a:extLst>
              <a:ext uri="{FF2B5EF4-FFF2-40B4-BE49-F238E27FC236}">
                <a16:creationId xmlns:a16="http://schemas.microsoft.com/office/drawing/2014/main" id="{E22A3BAD-C1FD-1009-843A-2AC66D6BDD8E}"/>
              </a:ext>
            </a:extLst>
          </p:cNvPr>
          <p:cNvSpPr>
            <a:spLocks noGrp="1"/>
          </p:cNvSpPr>
          <p:nvPr>
            <p:ph sz="quarter" idx="18" hasCustomPrompt="1"/>
          </p:nvPr>
        </p:nvSpPr>
        <p:spPr>
          <a:xfrm>
            <a:off x="4192757" y="1903007"/>
            <a:ext cx="7614011" cy="4228431"/>
          </a:xfrm>
        </p:spPr>
        <p:txBody>
          <a:bodyPr bIns="1800000" anchor="ctr" anchorCtr="0"/>
          <a:lstStyle>
            <a:lvl1pPr marL="0" indent="0" algn="ctr">
              <a:buFontTx/>
              <a:buNone/>
              <a:defRPr/>
            </a:lvl1pPr>
            <a:lvl2pPr marL="304770" indent="0" algn="ctr">
              <a:buFontTx/>
              <a:buNone/>
              <a:defRPr/>
            </a:lvl2pPr>
            <a:lvl3pPr marL="609539" indent="0" algn="ctr">
              <a:buFontTx/>
              <a:buNone/>
              <a:defRPr/>
            </a:lvl3pPr>
            <a:lvl4pPr marL="914309" indent="0" algn="ctr">
              <a:buFontTx/>
              <a:buNone/>
              <a:defRPr/>
            </a:lvl4pPr>
            <a:lvl5pPr marL="1219078" indent="0" algn="ctr">
              <a:buFontTx/>
              <a:buNone/>
              <a:defRPr/>
            </a:lvl5pPr>
          </a:lstStyle>
          <a:p>
            <a:pPr lvl="0"/>
            <a:r>
              <a:rPr lang="en-GB"/>
              <a:t>Click to add table / graph / image etc</a:t>
            </a:r>
            <a:endParaRPr lang="en-US"/>
          </a:p>
        </p:txBody>
      </p:sp>
      <p:sp>
        <p:nvSpPr>
          <p:cNvPr id="11" name="Text Placeholder 7">
            <a:extLst>
              <a:ext uri="{FF2B5EF4-FFF2-40B4-BE49-F238E27FC236}">
                <a16:creationId xmlns:a16="http://schemas.microsoft.com/office/drawing/2014/main" id="{C7A08C24-9E4C-BABF-576F-D16C3E723F8D}"/>
              </a:ext>
            </a:extLst>
          </p:cNvPr>
          <p:cNvSpPr>
            <a:spLocks noGrp="1"/>
          </p:cNvSpPr>
          <p:nvPr>
            <p:ph type="body" sz="quarter" idx="12" hasCustomPrompt="1"/>
          </p:nvPr>
        </p:nvSpPr>
        <p:spPr>
          <a:xfrm>
            <a:off x="383116" y="383941"/>
            <a:ext cx="11423652"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Long header. This is an example of a very long title.</a:t>
            </a:r>
            <a:endParaRPr lang="en-GB" dirty="0"/>
          </a:p>
        </p:txBody>
      </p:sp>
      <p:sp>
        <p:nvSpPr>
          <p:cNvPr id="12" name="Text Placeholder 9">
            <a:extLst>
              <a:ext uri="{FF2B5EF4-FFF2-40B4-BE49-F238E27FC236}">
                <a16:creationId xmlns:a16="http://schemas.microsoft.com/office/drawing/2014/main" id="{6501873A-06CE-90A8-B68A-F2947F55BA6F}"/>
              </a:ext>
            </a:extLst>
          </p:cNvPr>
          <p:cNvSpPr>
            <a:spLocks noGrp="1"/>
          </p:cNvSpPr>
          <p:nvPr>
            <p:ph type="body" sz="quarter" idx="15" hasCustomPrompt="1"/>
          </p:nvPr>
        </p:nvSpPr>
        <p:spPr>
          <a:xfrm>
            <a:off x="4176183" y="1655745"/>
            <a:ext cx="7614011"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Table / graph header</a:t>
            </a:r>
          </a:p>
        </p:txBody>
      </p:sp>
      <p:sp>
        <p:nvSpPr>
          <p:cNvPr id="5" name="Text Placeholder 4">
            <a:extLst>
              <a:ext uri="{FF2B5EF4-FFF2-40B4-BE49-F238E27FC236}">
                <a16:creationId xmlns:a16="http://schemas.microsoft.com/office/drawing/2014/main" id="{E0360B99-C172-B7C3-E277-30F24912F442}"/>
              </a:ext>
            </a:extLst>
          </p:cNvPr>
          <p:cNvSpPr>
            <a:spLocks noGrp="1"/>
          </p:cNvSpPr>
          <p:nvPr>
            <p:ph type="body" sz="quarter" idx="20" hasCustomPrompt="1"/>
          </p:nvPr>
        </p:nvSpPr>
        <p:spPr>
          <a:xfrm>
            <a:off x="395389" y="1895707"/>
            <a:ext cx="3396619" cy="4228447"/>
          </a:xfrm>
        </p:spPr>
        <p:txBody>
          <a:bodyPr/>
          <a:lstStyle/>
          <a:p>
            <a:pPr lvl="1"/>
            <a:r>
              <a:rPr lang="en-GB"/>
              <a:t>Second level</a:t>
            </a:r>
          </a:p>
          <a:p>
            <a:pPr lvl="2"/>
            <a:r>
              <a:rPr lang="en-GB"/>
              <a:t>Third level</a:t>
            </a:r>
          </a:p>
          <a:p>
            <a:pPr lvl="3"/>
            <a:r>
              <a:rPr lang="en-GB"/>
              <a:t>Fourth level</a:t>
            </a:r>
          </a:p>
        </p:txBody>
      </p:sp>
    </p:spTree>
    <p:extLst>
      <p:ext uri="{BB962C8B-B14F-4D97-AF65-F5344CB8AC3E}">
        <p14:creationId xmlns:p14="http://schemas.microsoft.com/office/powerpoint/2010/main" val="67792043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_3 Columns of Text_Pull Quote">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4002"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4002" y="2749320"/>
            <a:ext cx="3454399" cy="327483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274932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2538150"/>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274932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8" y="1276603"/>
            <a:ext cx="11432883"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Short header example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Text Placeholder 9">
            <a:extLst>
              <a:ext uri="{FF2B5EF4-FFF2-40B4-BE49-F238E27FC236}">
                <a16:creationId xmlns:a16="http://schemas.microsoft.com/office/drawing/2014/main" id="{C9B71769-740F-4C66-3E98-04E39F3DF020}"/>
              </a:ext>
            </a:extLst>
          </p:cNvPr>
          <p:cNvSpPr>
            <a:spLocks noGrp="1"/>
          </p:cNvSpPr>
          <p:nvPr>
            <p:ph type="body" sz="quarter" idx="19" hasCustomPrompt="1"/>
          </p:nvPr>
        </p:nvSpPr>
        <p:spPr>
          <a:xfrm>
            <a:off x="4347635" y="4934718"/>
            <a:ext cx="3454399" cy="1089432"/>
          </a:xfrm>
          <a:prstGeom prst="rect">
            <a:avLst/>
          </a:prstGeom>
        </p:spPr>
        <p:txBody>
          <a:bodyPr lIns="0" tIns="0" rIns="0" bIns="0"/>
          <a:lstStyle>
            <a:lvl1pPr marL="0" indent="0" algn="ctr">
              <a:lnSpc>
                <a:spcPct val="110000"/>
              </a:lnSpc>
              <a:spcBef>
                <a:spcPts val="0"/>
              </a:spcBef>
              <a:spcAft>
                <a:spcPts val="800"/>
              </a:spcAft>
              <a:buNone/>
              <a:defRPr sz="16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a:t>
            </a:r>
          </a:p>
        </p:txBody>
      </p:sp>
      <p:sp>
        <p:nvSpPr>
          <p:cNvPr id="10" name="Text Placeholder 9">
            <a:extLst>
              <a:ext uri="{FF2B5EF4-FFF2-40B4-BE49-F238E27FC236}">
                <a16:creationId xmlns:a16="http://schemas.microsoft.com/office/drawing/2014/main" id="{C1F372A4-71AB-274A-E766-0126A2DF5C9C}"/>
              </a:ext>
            </a:extLst>
          </p:cNvPr>
          <p:cNvSpPr>
            <a:spLocks noGrp="1"/>
          </p:cNvSpPr>
          <p:nvPr>
            <p:ph type="body" sz="quarter" idx="20" hasCustomPrompt="1"/>
          </p:nvPr>
        </p:nvSpPr>
        <p:spPr>
          <a:xfrm>
            <a:off x="8361602" y="4934718"/>
            <a:ext cx="3454399" cy="1089432"/>
          </a:xfrm>
          <a:prstGeom prst="rect">
            <a:avLst/>
          </a:prstGeom>
        </p:spPr>
        <p:txBody>
          <a:bodyPr lIns="0" tIns="0" rIns="0" bIns="0"/>
          <a:lstStyle>
            <a:lvl1pPr marL="0" indent="0" algn="ctr">
              <a:lnSpc>
                <a:spcPct val="110000"/>
              </a:lnSpc>
              <a:spcBef>
                <a:spcPts val="0"/>
              </a:spcBef>
              <a:spcAft>
                <a:spcPts val="800"/>
              </a:spcAft>
              <a:buNone/>
              <a:defRPr sz="16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a:t>
            </a:r>
          </a:p>
        </p:txBody>
      </p:sp>
      <p:sp>
        <p:nvSpPr>
          <p:cNvPr id="20" name="Subtitle 2">
            <a:extLst>
              <a:ext uri="{FF2B5EF4-FFF2-40B4-BE49-F238E27FC236}">
                <a16:creationId xmlns:a16="http://schemas.microsoft.com/office/drawing/2014/main" id="{DFD1D543-EB77-F6A8-A61A-0F4C70916D7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defTabSz="609539" rtl="0" eaLnBrk="1" latinLnBrk="0" hangingPunct="1">
              <a:lnSpc>
                <a:spcPct val="90000"/>
              </a:lnSpc>
              <a:spcBef>
                <a:spcPts val="0"/>
              </a:spcBef>
              <a:spcAft>
                <a:spcPts val="200"/>
              </a:spcAft>
              <a:buClr>
                <a:schemeClr val="accent1"/>
              </a:buClr>
              <a:buFont typeface="Arial" panose="020B0604020202020204" pitchFamily="34" charset="0"/>
              <a:buNone/>
              <a:defRPr lang="en-GB" sz="1100" b="1" u="none" kern="1200" cap="all" baseline="0" dirty="0">
                <a:solidFill>
                  <a:schemeClr val="accent1"/>
                </a:solidFill>
                <a:uFill>
                  <a:solidFill>
                    <a:schemeClr val="accent1"/>
                  </a:solidFill>
                </a:uFill>
                <a:latin typeface="+mn-lt"/>
                <a:ea typeface="+mn-ea"/>
                <a:cs typeface="+mn-cs"/>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1610420658"/>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guide id="10" pos="7892">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3 Columns of Text_Pull Quote">
    <p:bg>
      <p:bgPr>
        <a:solidFill>
          <a:schemeClr val="bg1"/>
        </a:solidFill>
        <a:effectLst/>
      </p:bgPr>
    </p:bg>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9CE89CD2-F186-7843-95BF-902F887EE2E7}"/>
              </a:ext>
            </a:extLst>
          </p:cNvPr>
          <p:cNvSpPr txBox="1">
            <a:spLocks/>
          </p:cNvSpPr>
          <p:nvPr userDrawn="1"/>
        </p:nvSpPr>
        <p:spPr>
          <a:xfrm>
            <a:off x="9065683" y="6399751"/>
            <a:ext cx="2743200" cy="365068"/>
          </a:xfrm>
          <a:prstGeom prst="rect">
            <a:avLst/>
          </a:prstGeom>
        </p:spPr>
        <p:txBody>
          <a:bodyPr vert="horz" lIns="60951" tIns="30475" rIns="60951" bIns="30475" rtlCol="0" anchor="ctr"/>
          <a:lstStyle>
            <a:defPPr>
              <a:defRPr lang="en-US"/>
            </a:defPPr>
            <a:lvl1pPr marL="0" algn="r" defTabSz="457200" rtl="0" eaLnBrk="1" latinLnBrk="0" hangingPunct="1">
              <a:defRPr sz="1200" b="1" i="0" kern="1200">
                <a:solidFill>
                  <a:srgbClr val="002C77"/>
                </a:solidFill>
                <a:latin typeface="MetaPro-Bold" panose="02000503040000020004" pitchFamily="2"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304770" rtl="0" eaLnBrk="1" fontAlgn="auto" latinLnBrk="0" hangingPunct="1">
              <a:lnSpc>
                <a:spcPct val="100000"/>
              </a:lnSpc>
              <a:spcBef>
                <a:spcPts val="0"/>
              </a:spcBef>
              <a:spcAft>
                <a:spcPts val="0"/>
              </a:spcAft>
              <a:buClrTx/>
              <a:buSzTx/>
              <a:buFontTx/>
              <a:buNone/>
              <a:tabLst/>
              <a:defRPr/>
            </a:pPr>
            <a:fld id="{2FC800B2-235B-2F4B-9F28-5A140A5C2736}" type="slidenum">
              <a:rPr kumimoji="0" lang="en-US" sz="800" b="1" i="0" u="none" strike="noStrike" kern="1200" cap="none" spc="0" normalizeH="0" baseline="0" noProof="0" smtClean="0">
                <a:ln>
                  <a:noFill/>
                </a:ln>
                <a:solidFill>
                  <a:srgbClr val="002C77"/>
                </a:solidFill>
                <a:effectLst/>
                <a:uLnTx/>
                <a:uFillTx/>
                <a:latin typeface="Arial" panose="020B0604020202020204" pitchFamily="34" charset="0"/>
                <a:ea typeface="+mn-ea"/>
                <a:cs typeface="Arial" panose="020B0604020202020204" pitchFamily="34" charset="0"/>
              </a:rPr>
              <a:pPr marL="0" marR="0" lvl="0" indent="0" algn="r" defTabSz="304770" rtl="0" eaLnBrk="1" fontAlgn="auto" latinLnBrk="0" hangingPunct="1">
                <a:lnSpc>
                  <a:spcPct val="100000"/>
                </a:lnSpc>
                <a:spcBef>
                  <a:spcPts val="0"/>
                </a:spcBef>
                <a:spcAft>
                  <a:spcPts val="0"/>
                </a:spcAft>
                <a:buClrTx/>
                <a:buSzTx/>
                <a:buFontTx/>
                <a:buNone/>
                <a:tabLst/>
                <a:defRPr/>
              </a:pPr>
              <a:t>‹#›</a:t>
            </a:fld>
            <a:endParaRPr kumimoji="0" lang="en-US" sz="800" b="1" i="0" u="none" strike="noStrike" kern="1200" cap="none" spc="0" normalizeH="0" baseline="0" noProof="0">
              <a:ln>
                <a:noFill/>
              </a:ln>
              <a:solidFill>
                <a:srgbClr val="002C77"/>
              </a:solidFill>
              <a:effectLst/>
              <a:uLnTx/>
              <a:uFillTx/>
              <a:latin typeface="Arial" panose="020B0604020202020204" pitchFamily="34" charset="0"/>
              <a:ea typeface="+mn-ea"/>
              <a:cs typeface="Arial" panose="020B0604020202020204" pitchFamily="34" charset="0"/>
            </a:endParaRPr>
          </a:p>
        </p:txBody>
      </p:sp>
      <p:sp>
        <p:nvSpPr>
          <p:cNvPr id="12" name="Text Placeholder 9">
            <a:extLst>
              <a:ext uri="{FF2B5EF4-FFF2-40B4-BE49-F238E27FC236}">
                <a16:creationId xmlns:a16="http://schemas.microsoft.com/office/drawing/2014/main" id="{60477222-325E-3E14-AA80-3AC470DDD64A}"/>
              </a:ext>
            </a:extLst>
          </p:cNvPr>
          <p:cNvSpPr>
            <a:spLocks noGrp="1"/>
          </p:cNvSpPr>
          <p:nvPr>
            <p:ph type="body" sz="quarter" idx="13" hasCustomPrompt="1"/>
          </p:nvPr>
        </p:nvSpPr>
        <p:spPr>
          <a:xfrm>
            <a:off x="384002"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3" name="Text Placeholder 9">
            <a:extLst>
              <a:ext uri="{FF2B5EF4-FFF2-40B4-BE49-F238E27FC236}">
                <a16:creationId xmlns:a16="http://schemas.microsoft.com/office/drawing/2014/main" id="{05CF49DC-8D5D-C6D3-CAF1-0AC53B3B400A}"/>
              </a:ext>
            </a:extLst>
          </p:cNvPr>
          <p:cNvSpPr>
            <a:spLocks noGrp="1"/>
          </p:cNvSpPr>
          <p:nvPr>
            <p:ph type="body" sz="quarter" idx="14" hasCustomPrompt="1"/>
          </p:nvPr>
        </p:nvSpPr>
        <p:spPr>
          <a:xfrm>
            <a:off x="384002" y="1871712"/>
            <a:ext cx="3454399" cy="327483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5" name="Text Placeholder 9">
            <a:extLst>
              <a:ext uri="{FF2B5EF4-FFF2-40B4-BE49-F238E27FC236}">
                <a16:creationId xmlns:a16="http://schemas.microsoft.com/office/drawing/2014/main" id="{D9A9400E-95FD-CE2D-DBBB-CFC94AE809FF}"/>
              </a:ext>
            </a:extLst>
          </p:cNvPr>
          <p:cNvSpPr>
            <a:spLocks noGrp="1"/>
          </p:cNvSpPr>
          <p:nvPr>
            <p:ph type="body" sz="quarter" idx="15" hasCustomPrompt="1"/>
          </p:nvPr>
        </p:nvSpPr>
        <p:spPr>
          <a:xfrm>
            <a:off x="4347635"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6" name="Text Placeholder 9">
            <a:extLst>
              <a:ext uri="{FF2B5EF4-FFF2-40B4-BE49-F238E27FC236}">
                <a16:creationId xmlns:a16="http://schemas.microsoft.com/office/drawing/2014/main" id="{729EEBC1-31FB-B799-2649-640AF9214D8D}"/>
              </a:ext>
            </a:extLst>
          </p:cNvPr>
          <p:cNvSpPr>
            <a:spLocks noGrp="1"/>
          </p:cNvSpPr>
          <p:nvPr>
            <p:ph type="body" sz="quarter" idx="16" hasCustomPrompt="1"/>
          </p:nvPr>
        </p:nvSpPr>
        <p:spPr>
          <a:xfrm>
            <a:off x="4347635" y="187171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7" name="Text Placeholder 9">
            <a:extLst>
              <a:ext uri="{FF2B5EF4-FFF2-40B4-BE49-F238E27FC236}">
                <a16:creationId xmlns:a16="http://schemas.microsoft.com/office/drawing/2014/main" id="{51F0CCC2-2980-E21A-0B70-F118B4B2F24B}"/>
              </a:ext>
            </a:extLst>
          </p:cNvPr>
          <p:cNvSpPr>
            <a:spLocks noGrp="1"/>
          </p:cNvSpPr>
          <p:nvPr>
            <p:ph type="body" sz="quarter" idx="17" hasCustomPrompt="1"/>
          </p:nvPr>
        </p:nvSpPr>
        <p:spPr>
          <a:xfrm>
            <a:off x="8362587" y="1655745"/>
            <a:ext cx="3454399" cy="21219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Subheading in here</a:t>
            </a:r>
          </a:p>
        </p:txBody>
      </p:sp>
      <p:sp>
        <p:nvSpPr>
          <p:cNvPr id="18" name="Text Placeholder 9">
            <a:extLst>
              <a:ext uri="{FF2B5EF4-FFF2-40B4-BE49-F238E27FC236}">
                <a16:creationId xmlns:a16="http://schemas.microsoft.com/office/drawing/2014/main" id="{A3813C5B-486A-C3CE-8557-FCEF00919426}"/>
              </a:ext>
            </a:extLst>
          </p:cNvPr>
          <p:cNvSpPr>
            <a:spLocks noGrp="1"/>
          </p:cNvSpPr>
          <p:nvPr>
            <p:ph type="body" sz="quarter" idx="18" hasCustomPrompt="1"/>
          </p:nvPr>
        </p:nvSpPr>
        <p:spPr>
          <a:xfrm>
            <a:off x="8362587" y="1871711"/>
            <a:ext cx="3454399" cy="1429164"/>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p:txBody>
      </p:sp>
      <p:sp>
        <p:nvSpPr>
          <p:cNvPr id="19" name="Text Placeholder 7">
            <a:extLst>
              <a:ext uri="{FF2B5EF4-FFF2-40B4-BE49-F238E27FC236}">
                <a16:creationId xmlns:a16="http://schemas.microsoft.com/office/drawing/2014/main" id="{14537326-611C-3703-1E57-CAAB97412B78}"/>
              </a:ext>
            </a:extLst>
          </p:cNvPr>
          <p:cNvSpPr>
            <a:spLocks noGrp="1"/>
          </p:cNvSpPr>
          <p:nvPr>
            <p:ph type="body" sz="quarter" idx="12" hasCustomPrompt="1"/>
          </p:nvPr>
        </p:nvSpPr>
        <p:spPr>
          <a:xfrm>
            <a:off x="383118" y="383941"/>
            <a:ext cx="11425765" cy="935068"/>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Short header example</a:t>
            </a:r>
            <a:endParaRPr lang="en-GB" dirty="0"/>
          </a:p>
        </p:txBody>
      </p:sp>
      <p:pic>
        <p:nvPicPr>
          <p:cNvPr id="3" name="Graphic 2">
            <a:extLst>
              <a:ext uri="{FF2B5EF4-FFF2-40B4-BE49-F238E27FC236}">
                <a16:creationId xmlns:a16="http://schemas.microsoft.com/office/drawing/2014/main" id="{24B25DAC-4057-BCD1-0F1A-17F909737B2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Text Placeholder 9">
            <a:extLst>
              <a:ext uri="{FF2B5EF4-FFF2-40B4-BE49-F238E27FC236}">
                <a16:creationId xmlns:a16="http://schemas.microsoft.com/office/drawing/2014/main" id="{C9B71769-740F-4C66-3E98-04E39F3DF020}"/>
              </a:ext>
            </a:extLst>
          </p:cNvPr>
          <p:cNvSpPr>
            <a:spLocks noGrp="1"/>
          </p:cNvSpPr>
          <p:nvPr>
            <p:ph type="body" sz="quarter" idx="19" hasCustomPrompt="1"/>
          </p:nvPr>
        </p:nvSpPr>
        <p:spPr>
          <a:xfrm>
            <a:off x="4347635" y="4055377"/>
            <a:ext cx="3454399" cy="1089432"/>
          </a:xfrm>
          <a:prstGeom prst="rect">
            <a:avLst/>
          </a:prstGeom>
        </p:spPr>
        <p:txBody>
          <a:bodyPr lIns="0" tIns="0" rIns="0" bIns="0"/>
          <a:lstStyle>
            <a:lvl1pPr marL="0" indent="0" algn="ctr">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Pull quotes that are positioned above a text block can be</a:t>
            </a:r>
            <a:br>
              <a:rPr lang="en-US"/>
            </a:br>
            <a:r>
              <a:rPr lang="en-US"/>
              <a:t>in accent colors.</a:t>
            </a:r>
          </a:p>
          <a:p>
            <a:pPr lvl="0"/>
            <a:endParaRPr lang="en-US"/>
          </a:p>
        </p:txBody>
      </p:sp>
      <p:sp>
        <p:nvSpPr>
          <p:cNvPr id="10" name="Text Placeholder 9">
            <a:extLst>
              <a:ext uri="{FF2B5EF4-FFF2-40B4-BE49-F238E27FC236}">
                <a16:creationId xmlns:a16="http://schemas.microsoft.com/office/drawing/2014/main" id="{C1F372A4-71AB-274A-E766-0126A2DF5C9C}"/>
              </a:ext>
            </a:extLst>
          </p:cNvPr>
          <p:cNvSpPr>
            <a:spLocks noGrp="1"/>
          </p:cNvSpPr>
          <p:nvPr>
            <p:ph type="body" sz="quarter" idx="20" hasCustomPrompt="1"/>
          </p:nvPr>
        </p:nvSpPr>
        <p:spPr>
          <a:xfrm>
            <a:off x="8361602" y="4055377"/>
            <a:ext cx="3454399" cy="1089432"/>
          </a:xfrm>
          <a:prstGeom prst="rect">
            <a:avLst/>
          </a:prstGeom>
        </p:spPr>
        <p:txBody>
          <a:bodyPr lIns="0" tIns="0" rIns="0" bIns="0"/>
          <a:lstStyle>
            <a:lvl1pPr marL="0" indent="0" algn="ctr">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Add a pull quote here. The text should be dark blue when against light backgrounds, white text against dark backgrounds. Pull quotes that are positioned above a text block can be</a:t>
            </a:r>
            <a:br>
              <a:rPr lang="en-US"/>
            </a:br>
            <a:r>
              <a:rPr lang="en-US"/>
              <a:t>in accent colors.</a:t>
            </a:r>
          </a:p>
          <a:p>
            <a:pPr lvl="0"/>
            <a:endParaRPr lang="en-US"/>
          </a:p>
        </p:txBody>
      </p:sp>
    </p:spTree>
    <p:extLst>
      <p:ext uri="{BB962C8B-B14F-4D97-AF65-F5344CB8AC3E}">
        <p14:creationId xmlns:p14="http://schemas.microsoft.com/office/powerpoint/2010/main" val="208082582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guide id="10" pos="7892">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4_1 Line Title and Intro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1277212"/>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dirty="0"/>
              <a:t>Main line Header</a:t>
            </a:r>
            <a:endParaRPr lang="en-GB" dirty="0"/>
          </a:p>
        </p:txBody>
      </p:sp>
      <p:sp>
        <p:nvSpPr>
          <p:cNvPr id="5" name="Text Placeholder 9">
            <a:extLst>
              <a:ext uri="{FF2B5EF4-FFF2-40B4-BE49-F238E27FC236}">
                <a16:creationId xmlns:a16="http://schemas.microsoft.com/office/drawing/2014/main" id="{BB3C5310-7EA6-C8B1-55EA-C23B41A857D3}"/>
              </a:ext>
            </a:extLst>
          </p:cNvPr>
          <p:cNvSpPr>
            <a:spLocks noGrp="1"/>
          </p:cNvSpPr>
          <p:nvPr>
            <p:ph type="body" sz="quarter" idx="13" hasCustomPrompt="1"/>
          </p:nvPr>
        </p:nvSpPr>
        <p:spPr>
          <a:xfrm>
            <a:off x="385235" y="2112283"/>
            <a:ext cx="3406773" cy="3980660"/>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Paragraph header or intro.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9">
            <a:extLst>
              <a:ext uri="{FF2B5EF4-FFF2-40B4-BE49-F238E27FC236}">
                <a16:creationId xmlns:a16="http://schemas.microsoft.com/office/drawing/2014/main" id="{0F2C0A87-5743-73E8-B838-77779021201F}"/>
              </a:ext>
            </a:extLst>
          </p:cNvPr>
          <p:cNvSpPr>
            <a:spLocks noGrp="1"/>
          </p:cNvSpPr>
          <p:nvPr>
            <p:ph type="body" sz="quarter" idx="16" hasCustomPrompt="1"/>
          </p:nvPr>
        </p:nvSpPr>
        <p:spPr>
          <a:xfrm>
            <a:off x="4191423" y="2112283"/>
            <a:ext cx="3380848" cy="3980660"/>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marR="0" lvl="0" indent="0" algn="l" defTabSz="609539"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p:txBody>
      </p:sp>
      <p:sp>
        <p:nvSpPr>
          <p:cNvPr id="13" name="Picture Placeholder 4">
            <a:extLst>
              <a:ext uri="{FF2B5EF4-FFF2-40B4-BE49-F238E27FC236}">
                <a16:creationId xmlns:a16="http://schemas.microsoft.com/office/drawing/2014/main" id="{6898D827-97FA-7271-E784-0A0DF0D39ECF}"/>
              </a:ext>
            </a:extLst>
          </p:cNvPr>
          <p:cNvSpPr>
            <a:spLocks noGrp="1"/>
          </p:cNvSpPr>
          <p:nvPr>
            <p:ph type="pic" sz="quarter" idx="15" hasCustomPrompt="1"/>
          </p:nvPr>
        </p:nvSpPr>
        <p:spPr>
          <a:xfrm>
            <a:off x="7943850" y="380942"/>
            <a:ext cx="386503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8" name="Graphic 7">
            <a:extLst>
              <a:ext uri="{FF2B5EF4-FFF2-40B4-BE49-F238E27FC236}">
                <a16:creationId xmlns:a16="http://schemas.microsoft.com/office/drawing/2014/main" id="{2EBA7124-ECC5-DBF5-8840-F33B9F2159E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Subtitle 2">
            <a:extLst>
              <a:ext uri="{FF2B5EF4-FFF2-40B4-BE49-F238E27FC236}">
                <a16:creationId xmlns:a16="http://schemas.microsoft.com/office/drawing/2014/main" id="{D49BF4C9-4FE1-D86A-DC07-0005CB528CBD}"/>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27938113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Content Icons">
    <p:spTree>
      <p:nvGrpSpPr>
        <p:cNvPr id="1" name=""/>
        <p:cNvGrpSpPr/>
        <p:nvPr/>
      </p:nvGrpSpPr>
      <p:grpSpPr>
        <a:xfrm>
          <a:off x="0" y="0"/>
          <a:ext cx="0" cy="0"/>
          <a:chOff x="0" y="0"/>
          <a:chExt cx="0" cy="0"/>
        </a:xfrm>
      </p:grpSpPr>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237489" y="215965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34951" y="215965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710011" y="215965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6" name="Picture Placeholder 62">
            <a:extLst>
              <a:ext uri="{FF2B5EF4-FFF2-40B4-BE49-F238E27FC236}">
                <a16:creationId xmlns:a16="http://schemas.microsoft.com/office/drawing/2014/main" id="{395DC14F-0F2F-4705-A370-FF6AD6A1D74E}"/>
              </a:ext>
            </a:extLst>
          </p:cNvPr>
          <p:cNvSpPr>
            <a:spLocks noGrp="1"/>
          </p:cNvSpPr>
          <p:nvPr>
            <p:ph type="pic" sz="quarter" idx="17" hasCustomPrompt="1"/>
          </p:nvPr>
        </p:nvSpPr>
        <p:spPr>
          <a:xfrm>
            <a:off x="1237489"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7" name="Picture Placeholder 62">
            <a:extLst>
              <a:ext uri="{FF2B5EF4-FFF2-40B4-BE49-F238E27FC236}">
                <a16:creationId xmlns:a16="http://schemas.microsoft.com/office/drawing/2014/main" id="{556F0D6E-5F09-41A2-B26A-2E55F1060A3E}"/>
              </a:ext>
            </a:extLst>
          </p:cNvPr>
          <p:cNvSpPr>
            <a:spLocks noGrp="1"/>
          </p:cNvSpPr>
          <p:nvPr>
            <p:ph type="pic" sz="quarter" idx="18" hasCustomPrompt="1"/>
          </p:nvPr>
        </p:nvSpPr>
        <p:spPr>
          <a:xfrm>
            <a:off x="5534951"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8" name="Picture Placeholder 62">
            <a:extLst>
              <a:ext uri="{FF2B5EF4-FFF2-40B4-BE49-F238E27FC236}">
                <a16:creationId xmlns:a16="http://schemas.microsoft.com/office/drawing/2014/main" id="{1CE78A6A-1664-4D11-8E72-76B6F9B50A6B}"/>
              </a:ext>
            </a:extLst>
          </p:cNvPr>
          <p:cNvSpPr>
            <a:spLocks noGrp="1"/>
          </p:cNvSpPr>
          <p:nvPr>
            <p:ph type="pic" sz="quarter" idx="19" hasCustomPrompt="1"/>
          </p:nvPr>
        </p:nvSpPr>
        <p:spPr>
          <a:xfrm>
            <a:off x="9710011" y="441596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385233"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82695"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857755" y="3026327"/>
            <a:ext cx="2812432" cy="744538"/>
          </a:xfrm>
        </p:spPr>
        <p:txBody>
          <a:bodyPr/>
          <a:lstStyle>
            <a:lvl1pPr marL="0" indent="0" algn="ctr">
              <a:buNone/>
              <a:defRPr b="0">
                <a:solidFill>
                  <a:schemeClr val="tx2"/>
                </a:solidFill>
              </a:defRPr>
            </a:lvl1pPr>
          </a:lstStyle>
          <a:p>
            <a:pPr lvl="0"/>
            <a:r>
              <a:rPr lang="en-US"/>
              <a:t>Click to add description</a:t>
            </a:r>
          </a:p>
        </p:txBody>
      </p:sp>
      <p:sp>
        <p:nvSpPr>
          <p:cNvPr id="42" name="Text Placeholder 69">
            <a:extLst>
              <a:ext uri="{FF2B5EF4-FFF2-40B4-BE49-F238E27FC236}">
                <a16:creationId xmlns:a16="http://schemas.microsoft.com/office/drawing/2014/main" id="{8E3E41A3-426E-4D63-B6EF-69B524855122}"/>
              </a:ext>
            </a:extLst>
          </p:cNvPr>
          <p:cNvSpPr>
            <a:spLocks noGrp="1"/>
          </p:cNvSpPr>
          <p:nvPr>
            <p:ph type="body" sz="quarter" idx="23" hasCustomPrompt="1"/>
          </p:nvPr>
        </p:nvSpPr>
        <p:spPr>
          <a:xfrm>
            <a:off x="385233"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43" name="Text Placeholder 69">
            <a:extLst>
              <a:ext uri="{FF2B5EF4-FFF2-40B4-BE49-F238E27FC236}">
                <a16:creationId xmlns:a16="http://schemas.microsoft.com/office/drawing/2014/main" id="{9A7C8399-3A17-4A0E-BE5F-8D272A4FA7F6}"/>
              </a:ext>
            </a:extLst>
          </p:cNvPr>
          <p:cNvSpPr>
            <a:spLocks noGrp="1"/>
          </p:cNvSpPr>
          <p:nvPr>
            <p:ph type="body" sz="quarter" idx="24" hasCustomPrompt="1"/>
          </p:nvPr>
        </p:nvSpPr>
        <p:spPr>
          <a:xfrm>
            <a:off x="4682695"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44" name="Text Placeholder 69">
            <a:extLst>
              <a:ext uri="{FF2B5EF4-FFF2-40B4-BE49-F238E27FC236}">
                <a16:creationId xmlns:a16="http://schemas.microsoft.com/office/drawing/2014/main" id="{923E5CF4-9C8F-40F0-A6B7-E2E567CADA1D}"/>
              </a:ext>
            </a:extLst>
          </p:cNvPr>
          <p:cNvSpPr>
            <a:spLocks noGrp="1"/>
          </p:cNvSpPr>
          <p:nvPr>
            <p:ph type="body" sz="quarter" idx="25" hasCustomPrompt="1"/>
          </p:nvPr>
        </p:nvSpPr>
        <p:spPr>
          <a:xfrm>
            <a:off x="8857755" y="5281321"/>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1FCBAB26-4112-C15B-DDC0-6CE09A6277F2}"/>
              </a:ext>
            </a:extLst>
          </p:cNvPr>
          <p:cNvSpPr>
            <a:spLocks noGrp="1"/>
          </p:cNvSpPr>
          <p:nvPr>
            <p:ph type="title"/>
          </p:nvPr>
        </p:nvSpPr>
        <p:spPr>
          <a:xfrm>
            <a:off x="381001" y="1276603"/>
            <a:ext cx="10598217" cy="436733"/>
          </a:xfrm>
        </p:spPr>
        <p:txBody>
          <a:bodyPr/>
          <a:lstStyle>
            <a:lvl1pPr>
              <a:defRPr>
                <a:solidFill>
                  <a:schemeClr val="accent1"/>
                </a:solidFill>
              </a:defRPr>
            </a:lvl1pPr>
          </a:lstStyle>
          <a:p>
            <a:r>
              <a:rPr lang="en-US"/>
              <a:t>Click to edit Master title style</a:t>
            </a:r>
            <a:endParaRPr lang="en-GB"/>
          </a:p>
        </p:txBody>
      </p:sp>
      <p:sp>
        <p:nvSpPr>
          <p:cNvPr id="45" name="Subtitle 2">
            <a:extLst>
              <a:ext uri="{FF2B5EF4-FFF2-40B4-BE49-F238E27FC236}">
                <a16:creationId xmlns:a16="http://schemas.microsoft.com/office/drawing/2014/main" id="{6E8D00D1-0B68-B475-77C5-3449D19C6C69}"/>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pic>
        <p:nvPicPr>
          <p:cNvPr id="47" name="Graphic 46">
            <a:extLst>
              <a:ext uri="{FF2B5EF4-FFF2-40B4-BE49-F238E27FC236}">
                <a16:creationId xmlns:a16="http://schemas.microsoft.com/office/drawing/2014/main" id="{B11D93C9-51D8-7240-ECD5-E782ED10D44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Slide Number Placeholder 7">
            <a:extLst>
              <a:ext uri="{FF2B5EF4-FFF2-40B4-BE49-F238E27FC236}">
                <a16:creationId xmlns:a16="http://schemas.microsoft.com/office/drawing/2014/main" id="{5459A0D5-08D7-DEBA-F590-A23A55EE3CD3}"/>
              </a:ext>
            </a:extLst>
          </p:cNvPr>
          <p:cNvSpPr>
            <a:spLocks noGrp="1"/>
          </p:cNvSpPr>
          <p:nvPr>
            <p:ph type="sldNum" sz="quarter" idx="28"/>
          </p:nvPr>
        </p:nvSpPr>
        <p:spPr/>
        <p:txBody>
          <a:body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Tree>
    <p:extLst>
      <p:ext uri="{BB962C8B-B14F-4D97-AF65-F5344CB8AC3E}">
        <p14:creationId xmlns:p14="http://schemas.microsoft.com/office/powerpoint/2010/main" val="1576713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25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250"/>
                                        <p:tgtEl>
                                          <p:spTgt spid="4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xEl>
                                              <p:pRg st="0" end="0"/>
                                            </p:txEl>
                                          </p:spTgt>
                                        </p:tgtEl>
                                        <p:attrNameLst>
                                          <p:attrName>style.visibility</p:attrName>
                                        </p:attrNameLst>
                                      </p:cBhvr>
                                      <p:to>
                                        <p:strVal val="visible"/>
                                      </p:to>
                                    </p:set>
                                    <p:animEffect transition="in" filter="fade">
                                      <p:cBhvr>
                                        <p:cTn id="38" dur="250"/>
                                        <p:tgtEl>
                                          <p:spTgt spid="43">
                                            <p:txEl>
                                              <p:pRg st="0" end="0"/>
                                            </p:txEl>
                                          </p:spTgt>
                                        </p:tgtEl>
                                      </p:cBhvr>
                                    </p:animEffect>
                                  </p:childTnLst>
                                </p:cTn>
                              </p:par>
                            </p:childTnLst>
                          </p:cTn>
                        </p:par>
                        <p:par>
                          <p:cTn id="39" fill="hold">
                            <p:stCondLst>
                              <p:cond delay="125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xEl>
                                              <p:pRg st="0" end="0"/>
                                            </p:txEl>
                                          </p:spTgt>
                                        </p:tgtEl>
                                        <p:attrNameLst>
                                          <p:attrName>style.visibility</p:attrName>
                                        </p:attrNameLst>
                                      </p:cBhvr>
                                      <p:to>
                                        <p:strVal val="visible"/>
                                      </p:to>
                                    </p:set>
                                    <p:animEffect transition="in" filter="fade">
                                      <p:cBhvr>
                                        <p:cTn id="45" dur="25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P spid="42" grpId="0" build="p"/>
      <p:bldP spid="43" grpId="0" build="p"/>
      <p:bldP spid="44" grpId="0" build="p"/>
    </p:bldLst>
  </p:timing>
  <p:extLst>
    <p:ext uri="{DCECCB84-F9BA-43D5-87BE-67443E8EF086}">
      <p15:sldGuideLst xmlns:p15="http://schemas.microsoft.com/office/powerpoint/2012/main">
        <p15:guide id="1" pos="234" userDrawn="1">
          <p15:clr>
            <a:srgbClr val="FBAE40"/>
          </p15:clr>
        </p15:guide>
        <p15:guide id="2" pos="3840" userDrawn="1">
          <p15:clr>
            <a:srgbClr val="FBAE40"/>
          </p15:clr>
        </p15:guide>
        <p15:guide id="3" pos="7446"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Title and Content Icons">
    <p:spTree>
      <p:nvGrpSpPr>
        <p:cNvPr id="1" name=""/>
        <p:cNvGrpSpPr/>
        <p:nvPr/>
      </p:nvGrpSpPr>
      <p:grpSpPr>
        <a:xfrm>
          <a:off x="0" y="0"/>
          <a:ext cx="0" cy="0"/>
          <a:chOff x="0" y="0"/>
          <a:chExt cx="0" cy="0"/>
        </a:xfrm>
      </p:grpSpPr>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237489" y="179698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34951" y="179698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710011" y="179698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6" name="Picture Placeholder 62">
            <a:extLst>
              <a:ext uri="{FF2B5EF4-FFF2-40B4-BE49-F238E27FC236}">
                <a16:creationId xmlns:a16="http://schemas.microsoft.com/office/drawing/2014/main" id="{395DC14F-0F2F-4705-A370-FF6AD6A1D74E}"/>
              </a:ext>
            </a:extLst>
          </p:cNvPr>
          <p:cNvSpPr>
            <a:spLocks noGrp="1"/>
          </p:cNvSpPr>
          <p:nvPr>
            <p:ph type="pic" sz="quarter" idx="17" hasCustomPrompt="1"/>
          </p:nvPr>
        </p:nvSpPr>
        <p:spPr>
          <a:xfrm>
            <a:off x="1237489"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7" name="Picture Placeholder 62">
            <a:extLst>
              <a:ext uri="{FF2B5EF4-FFF2-40B4-BE49-F238E27FC236}">
                <a16:creationId xmlns:a16="http://schemas.microsoft.com/office/drawing/2014/main" id="{556F0D6E-5F09-41A2-B26A-2E55F1060A3E}"/>
              </a:ext>
            </a:extLst>
          </p:cNvPr>
          <p:cNvSpPr>
            <a:spLocks noGrp="1"/>
          </p:cNvSpPr>
          <p:nvPr>
            <p:ph type="pic" sz="quarter" idx="18" hasCustomPrompt="1"/>
          </p:nvPr>
        </p:nvSpPr>
        <p:spPr>
          <a:xfrm>
            <a:off x="5534951"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8" name="Picture Placeholder 62">
            <a:extLst>
              <a:ext uri="{FF2B5EF4-FFF2-40B4-BE49-F238E27FC236}">
                <a16:creationId xmlns:a16="http://schemas.microsoft.com/office/drawing/2014/main" id="{1CE78A6A-1664-4D11-8E72-76B6F9B50A6B}"/>
              </a:ext>
            </a:extLst>
          </p:cNvPr>
          <p:cNvSpPr>
            <a:spLocks noGrp="1"/>
          </p:cNvSpPr>
          <p:nvPr>
            <p:ph type="pic" sz="quarter" idx="19" hasCustomPrompt="1"/>
          </p:nvPr>
        </p:nvSpPr>
        <p:spPr>
          <a:xfrm>
            <a:off x="9710011" y="400410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385233"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82695"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857755" y="2663658"/>
            <a:ext cx="2812432" cy="744538"/>
          </a:xfrm>
        </p:spPr>
        <p:txBody>
          <a:bodyPr/>
          <a:lstStyle>
            <a:lvl1pPr marL="0" indent="0" algn="ctr">
              <a:buNone/>
              <a:defRPr b="0">
                <a:solidFill>
                  <a:schemeClr val="tx2"/>
                </a:solidFill>
              </a:defRPr>
            </a:lvl1pPr>
          </a:lstStyle>
          <a:p>
            <a:pPr lvl="0"/>
            <a:r>
              <a:rPr lang="en-US"/>
              <a:t>Click to add description</a:t>
            </a:r>
          </a:p>
        </p:txBody>
      </p:sp>
      <p:sp>
        <p:nvSpPr>
          <p:cNvPr id="42" name="Text Placeholder 69">
            <a:extLst>
              <a:ext uri="{FF2B5EF4-FFF2-40B4-BE49-F238E27FC236}">
                <a16:creationId xmlns:a16="http://schemas.microsoft.com/office/drawing/2014/main" id="{8E3E41A3-426E-4D63-B6EF-69B524855122}"/>
              </a:ext>
            </a:extLst>
          </p:cNvPr>
          <p:cNvSpPr>
            <a:spLocks noGrp="1"/>
          </p:cNvSpPr>
          <p:nvPr>
            <p:ph type="body" sz="quarter" idx="23" hasCustomPrompt="1"/>
          </p:nvPr>
        </p:nvSpPr>
        <p:spPr>
          <a:xfrm>
            <a:off x="385233"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43" name="Text Placeholder 69">
            <a:extLst>
              <a:ext uri="{FF2B5EF4-FFF2-40B4-BE49-F238E27FC236}">
                <a16:creationId xmlns:a16="http://schemas.microsoft.com/office/drawing/2014/main" id="{9A7C8399-3A17-4A0E-BE5F-8D272A4FA7F6}"/>
              </a:ext>
            </a:extLst>
          </p:cNvPr>
          <p:cNvSpPr>
            <a:spLocks noGrp="1"/>
          </p:cNvSpPr>
          <p:nvPr>
            <p:ph type="body" sz="quarter" idx="24" hasCustomPrompt="1"/>
          </p:nvPr>
        </p:nvSpPr>
        <p:spPr>
          <a:xfrm>
            <a:off x="4682695"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44" name="Text Placeholder 69">
            <a:extLst>
              <a:ext uri="{FF2B5EF4-FFF2-40B4-BE49-F238E27FC236}">
                <a16:creationId xmlns:a16="http://schemas.microsoft.com/office/drawing/2014/main" id="{923E5CF4-9C8F-40F0-A6B7-E2E567CADA1D}"/>
              </a:ext>
            </a:extLst>
          </p:cNvPr>
          <p:cNvSpPr>
            <a:spLocks noGrp="1"/>
          </p:cNvSpPr>
          <p:nvPr>
            <p:ph type="body" sz="quarter" idx="25" hasCustomPrompt="1"/>
          </p:nvPr>
        </p:nvSpPr>
        <p:spPr>
          <a:xfrm>
            <a:off x="8857755" y="4869459"/>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1FCBAB26-4112-C15B-DDC0-6CE09A6277F2}"/>
              </a:ext>
            </a:extLst>
          </p:cNvPr>
          <p:cNvSpPr>
            <a:spLocks noGrp="1"/>
          </p:cNvSpPr>
          <p:nvPr>
            <p:ph type="title"/>
          </p:nvPr>
        </p:nvSpPr>
        <p:spPr>
          <a:xfrm>
            <a:off x="384002" y="383941"/>
            <a:ext cx="10598217" cy="436733"/>
          </a:xfrm>
        </p:spPr>
        <p:txBody>
          <a:bodyPr/>
          <a:lstStyle>
            <a:lvl1pPr>
              <a:defRPr>
                <a:solidFill>
                  <a:schemeClr val="accent1"/>
                </a:solidFill>
              </a:defRPr>
            </a:lvl1pPr>
          </a:lstStyle>
          <a:p>
            <a:r>
              <a:rPr lang="en-US"/>
              <a:t>Click to edit Master title style</a:t>
            </a:r>
            <a:endParaRPr lang="en-GB"/>
          </a:p>
        </p:txBody>
      </p:sp>
      <p:pic>
        <p:nvPicPr>
          <p:cNvPr id="47" name="Graphic 46">
            <a:extLst>
              <a:ext uri="{FF2B5EF4-FFF2-40B4-BE49-F238E27FC236}">
                <a16:creationId xmlns:a16="http://schemas.microsoft.com/office/drawing/2014/main" id="{B11D93C9-51D8-7240-ECD5-E782ED10D44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Slide Number Placeholder 7">
            <a:extLst>
              <a:ext uri="{FF2B5EF4-FFF2-40B4-BE49-F238E27FC236}">
                <a16:creationId xmlns:a16="http://schemas.microsoft.com/office/drawing/2014/main" id="{5459A0D5-08D7-DEBA-F590-A23A55EE3CD3}"/>
              </a:ext>
            </a:extLst>
          </p:cNvPr>
          <p:cNvSpPr>
            <a:spLocks noGrp="1"/>
          </p:cNvSpPr>
          <p:nvPr>
            <p:ph type="sldNum" sz="quarter" idx="28"/>
          </p:nvPr>
        </p:nvSpPr>
        <p:spPr/>
        <p:txBody>
          <a:body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Tree>
    <p:extLst>
      <p:ext uri="{BB962C8B-B14F-4D97-AF65-F5344CB8AC3E}">
        <p14:creationId xmlns:p14="http://schemas.microsoft.com/office/powerpoint/2010/main" val="1400269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par>
                          <p:cTn id="25" fill="hold">
                            <p:stCondLst>
                              <p:cond delay="750"/>
                            </p:stCondLst>
                            <p:childTnLst>
                              <p:par>
                                <p:cTn id="26" presetID="10" presetClass="entr" presetSubtype="0" fill="hold" grpId="0" nodeType="afterEffect">
                                  <p:stCondLst>
                                    <p:cond delay="0"/>
                                  </p:stCondLst>
                                  <p:childTnLst>
                                    <p:set>
                                      <p:cBhvr>
                                        <p:cTn id="27" dur="1" fill="hold">
                                          <p:stCondLst>
                                            <p:cond delay="0"/>
                                          </p:stCondLst>
                                        </p:cTn>
                                        <p:tgtEl>
                                          <p:spTgt spid="36"/>
                                        </p:tgtEl>
                                        <p:attrNameLst>
                                          <p:attrName>style.visibility</p:attrName>
                                        </p:attrNameLst>
                                      </p:cBhvr>
                                      <p:to>
                                        <p:strVal val="visible"/>
                                      </p:to>
                                    </p:set>
                                    <p:animEffect transition="in" filter="fade">
                                      <p:cBhvr>
                                        <p:cTn id="28" dur="250"/>
                                        <p:tgtEl>
                                          <p:spTgt spid="3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2">
                                            <p:txEl>
                                              <p:pRg st="0" end="0"/>
                                            </p:txEl>
                                          </p:spTgt>
                                        </p:tgtEl>
                                        <p:attrNameLst>
                                          <p:attrName>style.visibility</p:attrName>
                                        </p:attrNameLst>
                                      </p:cBhvr>
                                      <p:to>
                                        <p:strVal val="visible"/>
                                      </p:to>
                                    </p:set>
                                    <p:animEffect transition="in" filter="fade">
                                      <p:cBhvr>
                                        <p:cTn id="31" dur="250"/>
                                        <p:tgtEl>
                                          <p:spTgt spid="4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fade">
                                      <p:cBhvr>
                                        <p:cTn id="35" dur="250"/>
                                        <p:tgtEl>
                                          <p:spTgt spid="3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3">
                                            <p:txEl>
                                              <p:pRg st="0" end="0"/>
                                            </p:txEl>
                                          </p:spTgt>
                                        </p:tgtEl>
                                        <p:attrNameLst>
                                          <p:attrName>style.visibility</p:attrName>
                                        </p:attrNameLst>
                                      </p:cBhvr>
                                      <p:to>
                                        <p:strVal val="visible"/>
                                      </p:to>
                                    </p:set>
                                    <p:animEffect transition="in" filter="fade">
                                      <p:cBhvr>
                                        <p:cTn id="38" dur="250"/>
                                        <p:tgtEl>
                                          <p:spTgt spid="43">
                                            <p:txEl>
                                              <p:pRg st="0" end="0"/>
                                            </p:txEl>
                                          </p:spTgt>
                                        </p:tgtEl>
                                      </p:cBhvr>
                                    </p:animEffect>
                                  </p:childTnLst>
                                </p:cTn>
                              </p:par>
                            </p:childTnLst>
                          </p:cTn>
                        </p:par>
                        <p:par>
                          <p:cTn id="39" fill="hold">
                            <p:stCondLst>
                              <p:cond delay="1250"/>
                            </p:stCondLst>
                            <p:childTnLst>
                              <p:par>
                                <p:cTn id="40" presetID="10" presetClass="entr" presetSubtype="0" fill="hold" grpId="0" nodeType="afterEffect">
                                  <p:stCondLst>
                                    <p:cond delay="0"/>
                                  </p:stCondLst>
                                  <p:childTnLst>
                                    <p:set>
                                      <p:cBhvr>
                                        <p:cTn id="41" dur="1" fill="hold">
                                          <p:stCondLst>
                                            <p:cond delay="0"/>
                                          </p:stCondLst>
                                        </p:cTn>
                                        <p:tgtEl>
                                          <p:spTgt spid="38"/>
                                        </p:tgtEl>
                                        <p:attrNameLst>
                                          <p:attrName>style.visibility</p:attrName>
                                        </p:attrNameLst>
                                      </p:cBhvr>
                                      <p:to>
                                        <p:strVal val="visible"/>
                                      </p:to>
                                    </p:set>
                                    <p:animEffect transition="in" filter="fade">
                                      <p:cBhvr>
                                        <p:cTn id="42" dur="250"/>
                                        <p:tgtEl>
                                          <p:spTgt spid="3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4">
                                            <p:txEl>
                                              <p:pRg st="0" end="0"/>
                                            </p:txEl>
                                          </p:spTgt>
                                        </p:tgtEl>
                                        <p:attrNameLst>
                                          <p:attrName>style.visibility</p:attrName>
                                        </p:attrNameLst>
                                      </p:cBhvr>
                                      <p:to>
                                        <p:strVal val="visible"/>
                                      </p:to>
                                    </p:set>
                                    <p:animEffect transition="in" filter="fade">
                                      <p:cBhvr>
                                        <p:cTn id="45" dur="25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6" grpId="0"/>
      <p:bldP spid="37" grpId="0"/>
      <p:bldP spid="38"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P spid="42" grpId="0" build="p"/>
      <p:bldP spid="43" grpId="0" build="p"/>
      <p:bldP spid="44" grpId="0" build="p"/>
    </p:bldLst>
  </p:timing>
  <p:extLst>
    <p:ext uri="{DCECCB84-F9BA-43D5-87BE-67443E8EF086}">
      <p15:sldGuideLst xmlns:p15="http://schemas.microsoft.com/office/powerpoint/2012/main">
        <p15:guide id="1" pos="234" userDrawn="1">
          <p15:clr>
            <a:srgbClr val="FBAE40"/>
          </p15:clr>
        </p15:guide>
        <p15:guide id="2" pos="744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pPr defTabSz="304770"/>
            <a:fld id="{8E913856-EC6D-448E-9427-9BACCD9E10C2}" type="slidenum">
              <a:rPr lang="en-GB" smtClean="0">
                <a:solidFill>
                  <a:srgbClr val="002C77"/>
                </a:solidFill>
              </a:rPr>
              <a:pPr defTabSz="304770"/>
              <a:t>‹#›</a:t>
            </a:fld>
            <a:endParaRPr lang="en-GB">
              <a:solidFill>
                <a:srgbClr val="002C77"/>
              </a:solidFill>
            </a:endParaRPr>
          </a:p>
        </p:txBody>
      </p:sp>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537626" y="3042498"/>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42040" y="304249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391555" y="3042498"/>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685370"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75607"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665844" y="3909164"/>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A36CED80-56B5-F939-6D39-C8E3B2284AB3}"/>
              </a:ext>
            </a:extLst>
          </p:cNvPr>
          <p:cNvSpPr>
            <a:spLocks noGrp="1"/>
          </p:cNvSpPr>
          <p:nvPr>
            <p:ph type="title"/>
          </p:nvPr>
        </p:nvSpPr>
        <p:spPr>
          <a:xfrm>
            <a:off x="381001" y="1276603"/>
            <a:ext cx="10598217" cy="436733"/>
          </a:xfrm>
        </p:spPr>
        <p:txBody>
          <a:bodyPr/>
          <a:lstStyle>
            <a:lvl1pPr>
              <a:defRPr>
                <a:solidFill>
                  <a:schemeClr val="accent1"/>
                </a:solidFill>
              </a:defRPr>
            </a:lvl1pPr>
          </a:lstStyle>
          <a:p>
            <a:r>
              <a:rPr lang="en-US"/>
              <a:t>Click to edit Master title style</a:t>
            </a:r>
            <a:endParaRPr lang="en-GB"/>
          </a:p>
        </p:txBody>
      </p:sp>
      <p:pic>
        <p:nvPicPr>
          <p:cNvPr id="17" name="Graphic 16">
            <a:extLst>
              <a:ext uri="{FF2B5EF4-FFF2-40B4-BE49-F238E27FC236}">
                <a16:creationId xmlns:a16="http://schemas.microsoft.com/office/drawing/2014/main" id="{F385E65D-496E-3799-ED0D-1F8C379F311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8" name="Subtitle 2">
            <a:extLst>
              <a:ext uri="{FF2B5EF4-FFF2-40B4-BE49-F238E27FC236}">
                <a16:creationId xmlns:a16="http://schemas.microsoft.com/office/drawing/2014/main" id="{BC37B91A-0D0E-6CDD-D60B-6D281366D60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97160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Lst>
  </p:timing>
  <p:extLst>
    <p:ext uri="{DCECCB84-F9BA-43D5-87BE-67443E8EF086}">
      <p15:sldGuideLst xmlns:p15="http://schemas.microsoft.com/office/powerpoint/2012/main">
        <p15:guide id="1" pos="3840" userDrawn="1">
          <p15:clr>
            <a:srgbClr val="FBAE40"/>
          </p15:clr>
        </p15:guide>
        <p15:guide id="2" pos="7446" userDrawn="1">
          <p15:clr>
            <a:srgbClr val="FBAE40"/>
          </p15:clr>
        </p15:guide>
        <p15:guide id="3" pos="23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pPr defTabSz="304770"/>
            <a:fld id="{8E913856-EC6D-448E-9427-9BACCD9E10C2}" type="slidenum">
              <a:rPr lang="en-GB" smtClean="0">
                <a:solidFill>
                  <a:srgbClr val="002C77"/>
                </a:solidFill>
              </a:rPr>
              <a:pPr defTabSz="304770"/>
              <a:t>‹#›</a:t>
            </a:fld>
            <a:endParaRPr lang="en-GB">
              <a:solidFill>
                <a:srgbClr val="002C77"/>
              </a:solidFill>
            </a:endParaRPr>
          </a:p>
        </p:txBody>
      </p:sp>
      <p:sp>
        <p:nvSpPr>
          <p:cNvPr id="26" name="Picture Placeholder 62">
            <a:extLst>
              <a:ext uri="{FF2B5EF4-FFF2-40B4-BE49-F238E27FC236}">
                <a16:creationId xmlns:a16="http://schemas.microsoft.com/office/drawing/2014/main" id="{747E6CBF-B33D-41B8-9995-B235CB250B39}"/>
              </a:ext>
            </a:extLst>
          </p:cNvPr>
          <p:cNvSpPr>
            <a:spLocks noGrp="1"/>
          </p:cNvSpPr>
          <p:nvPr>
            <p:ph type="pic" sz="quarter" idx="14" hasCustomPrompt="1"/>
          </p:nvPr>
        </p:nvSpPr>
        <p:spPr>
          <a:xfrm>
            <a:off x="1537626" y="2550613"/>
            <a:ext cx="1107920" cy="773005"/>
          </a:xfrm>
          <a:noFill/>
        </p:spPr>
        <p:txBody>
          <a:bodyPr/>
          <a:lstStyle>
            <a:lvl1pPr marL="0" indent="0" algn="ctr">
              <a:buNone/>
              <a:defRPr>
                <a:solidFill>
                  <a:srgbClr val="002C77"/>
                </a:solidFill>
              </a:defRPr>
            </a:lvl1pPr>
          </a:lstStyle>
          <a:p>
            <a:r>
              <a:rPr lang="en-GB"/>
              <a:t>Add an icon</a:t>
            </a:r>
          </a:p>
        </p:txBody>
      </p:sp>
      <p:sp>
        <p:nvSpPr>
          <p:cNvPr id="34" name="Picture Placeholder 62">
            <a:extLst>
              <a:ext uri="{FF2B5EF4-FFF2-40B4-BE49-F238E27FC236}">
                <a16:creationId xmlns:a16="http://schemas.microsoft.com/office/drawing/2014/main" id="{014BFB2C-05D9-419B-8965-A76652035BE7}"/>
              </a:ext>
            </a:extLst>
          </p:cNvPr>
          <p:cNvSpPr>
            <a:spLocks noGrp="1"/>
          </p:cNvSpPr>
          <p:nvPr>
            <p:ph type="pic" sz="quarter" idx="15" hasCustomPrompt="1"/>
          </p:nvPr>
        </p:nvSpPr>
        <p:spPr>
          <a:xfrm>
            <a:off x="5542040" y="2550613"/>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5" name="Picture Placeholder 62">
            <a:extLst>
              <a:ext uri="{FF2B5EF4-FFF2-40B4-BE49-F238E27FC236}">
                <a16:creationId xmlns:a16="http://schemas.microsoft.com/office/drawing/2014/main" id="{D0354F37-9E05-490A-ABB2-067DB9B63291}"/>
              </a:ext>
            </a:extLst>
          </p:cNvPr>
          <p:cNvSpPr>
            <a:spLocks noGrp="1"/>
          </p:cNvSpPr>
          <p:nvPr>
            <p:ph type="pic" sz="quarter" idx="16" hasCustomPrompt="1"/>
          </p:nvPr>
        </p:nvSpPr>
        <p:spPr>
          <a:xfrm>
            <a:off x="9391555" y="2550613"/>
            <a:ext cx="1107920" cy="773005"/>
          </a:xfrm>
          <a:noFill/>
        </p:spPr>
        <p:txBody>
          <a:bodyPr/>
          <a:lstStyle>
            <a:lvl1pPr marL="0" marR="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309"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t>Add an icon</a:t>
            </a:r>
          </a:p>
        </p:txBody>
      </p:sp>
      <p:sp>
        <p:nvSpPr>
          <p:cNvPr id="39" name="Text Placeholder 69">
            <a:extLst>
              <a:ext uri="{FF2B5EF4-FFF2-40B4-BE49-F238E27FC236}">
                <a16:creationId xmlns:a16="http://schemas.microsoft.com/office/drawing/2014/main" id="{1643D20C-A3EF-4AE7-9DE6-2C50341BBFC0}"/>
              </a:ext>
            </a:extLst>
          </p:cNvPr>
          <p:cNvSpPr>
            <a:spLocks noGrp="1"/>
          </p:cNvSpPr>
          <p:nvPr>
            <p:ph type="body" sz="quarter" idx="20" hasCustomPrompt="1"/>
          </p:nvPr>
        </p:nvSpPr>
        <p:spPr>
          <a:xfrm>
            <a:off x="685370"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40" name="Text Placeholder 69">
            <a:extLst>
              <a:ext uri="{FF2B5EF4-FFF2-40B4-BE49-F238E27FC236}">
                <a16:creationId xmlns:a16="http://schemas.microsoft.com/office/drawing/2014/main" id="{80590C86-4E42-4574-AB53-4FE6EBF704DC}"/>
              </a:ext>
            </a:extLst>
          </p:cNvPr>
          <p:cNvSpPr>
            <a:spLocks noGrp="1"/>
          </p:cNvSpPr>
          <p:nvPr>
            <p:ph type="body" sz="quarter" idx="21" hasCustomPrompt="1"/>
          </p:nvPr>
        </p:nvSpPr>
        <p:spPr>
          <a:xfrm>
            <a:off x="4675607"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41" name="Text Placeholder 69">
            <a:extLst>
              <a:ext uri="{FF2B5EF4-FFF2-40B4-BE49-F238E27FC236}">
                <a16:creationId xmlns:a16="http://schemas.microsoft.com/office/drawing/2014/main" id="{6B8BE0AF-FC6D-46DD-89F1-DEF7261F9D6B}"/>
              </a:ext>
            </a:extLst>
          </p:cNvPr>
          <p:cNvSpPr>
            <a:spLocks noGrp="1"/>
          </p:cNvSpPr>
          <p:nvPr>
            <p:ph type="body" sz="quarter" idx="22" hasCustomPrompt="1"/>
          </p:nvPr>
        </p:nvSpPr>
        <p:spPr>
          <a:xfrm>
            <a:off x="8665844" y="3417282"/>
            <a:ext cx="2812432" cy="744538"/>
          </a:xfrm>
        </p:spPr>
        <p:txBody>
          <a:bodyPr/>
          <a:lstStyle>
            <a:lvl1pPr marL="0" indent="0" algn="ctr">
              <a:buNone/>
              <a:defRPr b="0">
                <a:solidFill>
                  <a:schemeClr val="tx2"/>
                </a:solidFill>
              </a:defRPr>
            </a:lvl1pPr>
          </a:lstStyle>
          <a:p>
            <a:pPr lvl="0"/>
            <a:r>
              <a:rPr lang="en-US"/>
              <a:t>Click to add description</a:t>
            </a:r>
          </a:p>
        </p:txBody>
      </p:sp>
      <p:sp>
        <p:nvSpPr>
          <p:cNvPr id="2" name="Title 1">
            <a:extLst>
              <a:ext uri="{FF2B5EF4-FFF2-40B4-BE49-F238E27FC236}">
                <a16:creationId xmlns:a16="http://schemas.microsoft.com/office/drawing/2014/main" id="{A36CED80-56B5-F939-6D39-C8E3B2284AB3}"/>
              </a:ext>
            </a:extLst>
          </p:cNvPr>
          <p:cNvSpPr>
            <a:spLocks noGrp="1"/>
          </p:cNvSpPr>
          <p:nvPr>
            <p:ph type="title"/>
          </p:nvPr>
        </p:nvSpPr>
        <p:spPr>
          <a:xfrm>
            <a:off x="384002" y="383941"/>
            <a:ext cx="10598217" cy="436733"/>
          </a:xfrm>
        </p:spPr>
        <p:txBody>
          <a:bodyPr/>
          <a:lstStyle>
            <a:lvl1pPr>
              <a:defRPr>
                <a:solidFill>
                  <a:schemeClr val="accent1"/>
                </a:solidFill>
              </a:defRPr>
            </a:lvl1pPr>
          </a:lstStyle>
          <a:p>
            <a:r>
              <a:rPr lang="en-US"/>
              <a:t>Click to edit Master title style</a:t>
            </a:r>
            <a:endParaRPr lang="en-GB"/>
          </a:p>
        </p:txBody>
      </p:sp>
      <p:pic>
        <p:nvPicPr>
          <p:cNvPr id="17" name="Graphic 16">
            <a:extLst>
              <a:ext uri="{FF2B5EF4-FFF2-40B4-BE49-F238E27FC236}">
                <a16:creationId xmlns:a16="http://schemas.microsoft.com/office/drawing/2014/main" id="{F385E65D-496E-3799-ED0D-1F8C379F3118}"/>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2237564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25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9">
                                            <p:txEl>
                                              <p:pRg st="0" end="0"/>
                                            </p:txEl>
                                          </p:spTgt>
                                        </p:tgtEl>
                                        <p:attrNameLst>
                                          <p:attrName>style.visibility</p:attrName>
                                        </p:attrNameLst>
                                      </p:cBhvr>
                                      <p:to>
                                        <p:strVal val="visible"/>
                                      </p:to>
                                    </p:set>
                                    <p:animEffect transition="in" filter="fade">
                                      <p:cBhvr>
                                        <p:cTn id="10" dur="250"/>
                                        <p:tgtEl>
                                          <p:spTgt spid="39">
                                            <p:txEl>
                                              <p:pRg st="0" end="0"/>
                                            </p:txEl>
                                          </p:spTgt>
                                        </p:tgtEl>
                                      </p:cBhvr>
                                    </p:animEffect>
                                  </p:childTnLst>
                                </p:cTn>
                              </p:par>
                            </p:childTnLst>
                          </p:cTn>
                        </p:par>
                        <p:par>
                          <p:cTn id="11" fill="hold">
                            <p:stCondLst>
                              <p:cond delay="250"/>
                            </p:stCondLst>
                            <p:childTnLst>
                              <p:par>
                                <p:cTn id="12" presetID="10" presetClass="entr" presetSubtype="0" fill="hold" grpId="0"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fade">
                                      <p:cBhvr>
                                        <p:cTn id="14" dur="250"/>
                                        <p:tgtEl>
                                          <p:spTgt spid="34"/>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0">
                                            <p:txEl>
                                              <p:pRg st="0" end="0"/>
                                            </p:txEl>
                                          </p:spTgt>
                                        </p:tgtEl>
                                        <p:attrNameLst>
                                          <p:attrName>style.visibility</p:attrName>
                                        </p:attrNameLst>
                                      </p:cBhvr>
                                      <p:to>
                                        <p:strVal val="visible"/>
                                      </p:to>
                                    </p:set>
                                    <p:animEffect transition="in" filter="fade">
                                      <p:cBhvr>
                                        <p:cTn id="17" dur="250"/>
                                        <p:tgtEl>
                                          <p:spTgt spid="40">
                                            <p:txEl>
                                              <p:pRg st="0" end="0"/>
                                            </p:txEl>
                                          </p:spTgt>
                                        </p:tgtEl>
                                      </p:cBhvr>
                                    </p:animEffect>
                                  </p:childTnLst>
                                </p:cTn>
                              </p:par>
                            </p:childTnLst>
                          </p:cTn>
                        </p:par>
                        <p:par>
                          <p:cTn id="18" fill="hold">
                            <p:stCondLst>
                              <p:cond delay="500"/>
                            </p:stCondLst>
                            <p:childTnLst>
                              <p:par>
                                <p:cTn id="19" presetID="10" presetClass="entr" presetSubtype="0" fill="hold" grpId="0" nodeType="after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fade">
                                      <p:cBhvr>
                                        <p:cTn id="21" dur="250"/>
                                        <p:tgtEl>
                                          <p:spTgt spid="3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41">
                                            <p:txEl>
                                              <p:pRg st="0" end="0"/>
                                            </p:txEl>
                                          </p:spTgt>
                                        </p:tgtEl>
                                        <p:attrNameLst>
                                          <p:attrName>style.visibility</p:attrName>
                                        </p:attrNameLst>
                                      </p:cBhvr>
                                      <p:to>
                                        <p:strVal val="visible"/>
                                      </p:to>
                                    </p:set>
                                    <p:animEffect transition="in" filter="fade">
                                      <p:cBhvr>
                                        <p:cTn id="24" dur="250"/>
                                        <p:tgtEl>
                                          <p:spTgt spid="4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34" grpId="0"/>
      <p:bldP spid="35" grpId="0"/>
      <p:bldP spid="39" grpId="0" build="p">
        <p:tmplLst>
          <p:tmpl lvl="1">
            <p:tnLst>
              <p:par>
                <p:cTn presetID="10" presetClass="entr" presetSubtype="0" fill="hold" nodeType="withEffect">
                  <p:stCondLst>
                    <p:cond delay="0"/>
                  </p:stCondLst>
                  <p:childTnLst>
                    <p:set>
                      <p:cBhvr>
                        <p:cTn dur="1" fill="hold">
                          <p:stCondLst>
                            <p:cond delay="0"/>
                          </p:stCondLst>
                        </p:cTn>
                        <p:tgtEl>
                          <p:spTgt spid="39"/>
                        </p:tgtEl>
                        <p:attrNameLst>
                          <p:attrName>style.visibility</p:attrName>
                        </p:attrNameLst>
                      </p:cBhvr>
                      <p:to>
                        <p:strVal val="visible"/>
                      </p:to>
                    </p:set>
                    <p:animEffect transition="in" filter="fade">
                      <p:cBhvr>
                        <p:cTn dur="250"/>
                        <p:tgtEl>
                          <p:spTgt spid="39"/>
                        </p:tgtEl>
                      </p:cBhvr>
                    </p:animEffect>
                  </p:childTnLst>
                </p:cTn>
              </p:par>
            </p:tnLst>
          </p:tmpl>
        </p:tmplLst>
      </p:bldP>
      <p:bldP spid="40" grpId="0" build="p"/>
      <p:bldP spid="41" grpId="0" build="p"/>
    </p:bldLst>
  </p:timing>
  <p:extLst>
    <p:ext uri="{DCECCB84-F9BA-43D5-87BE-67443E8EF086}">
      <p15:sldGuideLst xmlns:p15="http://schemas.microsoft.com/office/powerpoint/2012/main">
        <p15:guide id="1" pos="3840" userDrawn="1">
          <p15:clr>
            <a:srgbClr val="FBAE40"/>
          </p15:clr>
        </p15:guide>
        <p15:guide id="2" pos="234" userDrawn="1">
          <p15:clr>
            <a:srgbClr val="FBAE40"/>
          </p15:clr>
        </p15:guide>
        <p15:guide id="3" pos="7446"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3_1 Line Title and Intro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Single line Header</a:t>
            </a:r>
            <a:endParaRPr lang="en-GB"/>
          </a:p>
        </p:txBody>
      </p:sp>
      <p:sp>
        <p:nvSpPr>
          <p:cNvPr id="5" name="Text Placeholder 9">
            <a:extLst>
              <a:ext uri="{FF2B5EF4-FFF2-40B4-BE49-F238E27FC236}">
                <a16:creationId xmlns:a16="http://schemas.microsoft.com/office/drawing/2014/main" id="{BB3C5310-7EA6-C8B1-55EA-C23B41A857D3}"/>
              </a:ext>
            </a:extLst>
          </p:cNvPr>
          <p:cNvSpPr>
            <a:spLocks noGrp="1"/>
          </p:cNvSpPr>
          <p:nvPr>
            <p:ph type="body" sz="quarter" idx="13" hasCustomPrompt="1"/>
          </p:nvPr>
        </p:nvSpPr>
        <p:spPr>
          <a:xfrm>
            <a:off x="385235" y="1219015"/>
            <a:ext cx="3406773" cy="4873931"/>
          </a:xfrm>
          <a:prstGeom prst="rect">
            <a:avLst/>
          </a:prstGeom>
        </p:spPr>
        <p:txBody>
          <a:bodyPr lIns="0" tIns="0" rIns="0" bIns="0"/>
          <a:lstStyle>
            <a:lvl1pPr marL="0" indent="0">
              <a:lnSpc>
                <a:spcPct val="110000"/>
              </a:lnSpc>
              <a:spcBef>
                <a:spcPts val="0"/>
              </a:spcBef>
              <a:spcAft>
                <a:spcPts val="800"/>
              </a:spcAft>
              <a:buNone/>
              <a:defRPr sz="1400" b="1">
                <a:solidFill>
                  <a:schemeClr val="accent1"/>
                </a:solidFill>
                <a:latin typeface="+mj-lt"/>
              </a:defRPr>
            </a:lvl1pPr>
            <a:lvl2pPr marL="0" indent="0">
              <a:lnSpc>
                <a:spcPct val="110000"/>
              </a:lnSpc>
              <a:buNone/>
              <a:defRPr sz="933"/>
            </a:lvl2pPr>
          </a:lstStyle>
          <a:p>
            <a:pPr lvl="0"/>
            <a:r>
              <a:rPr lang="en-US"/>
              <a:t>Paragraph header or intro.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27" name="Text Placeholder 9">
            <a:extLst>
              <a:ext uri="{FF2B5EF4-FFF2-40B4-BE49-F238E27FC236}">
                <a16:creationId xmlns:a16="http://schemas.microsoft.com/office/drawing/2014/main" id="{0F2C0A87-5743-73E8-B838-77779021201F}"/>
              </a:ext>
            </a:extLst>
          </p:cNvPr>
          <p:cNvSpPr>
            <a:spLocks noGrp="1"/>
          </p:cNvSpPr>
          <p:nvPr>
            <p:ph type="body" sz="quarter" idx="16" hasCustomPrompt="1"/>
          </p:nvPr>
        </p:nvSpPr>
        <p:spPr>
          <a:xfrm>
            <a:off x="4191423" y="1219015"/>
            <a:ext cx="3380848" cy="4873931"/>
          </a:xfrm>
          <a:prstGeom prst="rect">
            <a:avLst/>
          </a:prstGeom>
        </p:spPr>
        <p:txBody>
          <a:bodyPr lIns="0" tIns="0" rIns="0" bIns="0"/>
          <a:lstStyle>
            <a:lvl1pPr marL="0" indent="0">
              <a:lnSpc>
                <a:spcPct val="110000"/>
              </a:lnSpc>
              <a:spcBef>
                <a:spcPts val="0"/>
              </a:spcBef>
              <a:spcAft>
                <a:spcPts val="800"/>
              </a:spcAft>
              <a:buNone/>
              <a:defRPr sz="1100" b="0">
                <a:solidFill>
                  <a:schemeClr val="tx1"/>
                </a:solidFill>
                <a:latin typeface="+mn-lt"/>
              </a:defRPr>
            </a:lvl1pPr>
            <a:lvl2pPr marL="0" indent="0">
              <a:lnSpc>
                <a:spcPct val="110000"/>
              </a:lnSpc>
              <a:buNone/>
              <a:defRPr sz="933"/>
            </a:lvl2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marL="0" marR="0" lvl="0" indent="0" algn="l" defTabSz="609539" rtl="0" eaLnBrk="1" fontAlgn="auto" latinLnBrk="0" hangingPunct="1">
              <a:lnSpc>
                <a:spcPct val="110000"/>
              </a:lnSpc>
              <a:spcBef>
                <a:spcPts val="0"/>
              </a:spcBef>
              <a:spcAft>
                <a:spcPts val="800"/>
              </a:spcAft>
              <a:buClrTx/>
              <a:buSzTx/>
              <a:buFont typeface="Arial" panose="020B0604020202020204" pitchFamily="34" charset="0"/>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labore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 Duis </a:t>
            </a:r>
            <a:r>
              <a:rPr lang="en-US" err="1"/>
              <a:t>aute</a:t>
            </a:r>
            <a:r>
              <a:rPr lang="en-US"/>
              <a:t> </a:t>
            </a:r>
            <a:r>
              <a:rPr lang="en-US" err="1"/>
              <a:t>irure</a:t>
            </a:r>
            <a:r>
              <a:rPr lang="en-US"/>
              <a:t> dolor in </a:t>
            </a:r>
            <a:r>
              <a:rPr lang="en-US" err="1"/>
              <a:t>reprehenderit</a:t>
            </a:r>
            <a:r>
              <a:rPr lang="en-US"/>
              <a:t> in </a:t>
            </a:r>
            <a:r>
              <a:rPr lang="en-US" err="1"/>
              <a:t>voluptate</a:t>
            </a:r>
            <a:r>
              <a:rPr lang="en-US"/>
              <a:t> </a:t>
            </a:r>
            <a:r>
              <a:rPr lang="en-US" err="1"/>
              <a:t>velit</a:t>
            </a:r>
            <a:r>
              <a:rPr lang="en-US"/>
              <a:t> </a:t>
            </a:r>
            <a:r>
              <a:rPr lang="en-US" err="1"/>
              <a:t>esse</a:t>
            </a:r>
            <a:r>
              <a:rPr lang="en-US"/>
              <a:t> </a:t>
            </a:r>
            <a:r>
              <a:rPr lang="en-US" err="1"/>
              <a:t>cillum</a:t>
            </a:r>
            <a:r>
              <a:rPr lang="en-US"/>
              <a:t> dolore </a:t>
            </a:r>
            <a:r>
              <a:rPr lang="en-US" err="1"/>
              <a:t>eu</a:t>
            </a:r>
            <a:r>
              <a:rPr lang="en-US"/>
              <a:t> </a:t>
            </a:r>
            <a:r>
              <a:rPr lang="en-US" err="1"/>
              <a:t>fugiat</a:t>
            </a:r>
            <a:r>
              <a:rPr lang="en-US"/>
              <a:t> </a:t>
            </a:r>
            <a:r>
              <a:rPr lang="en-US" err="1"/>
              <a:t>nulla</a:t>
            </a:r>
            <a:r>
              <a:rPr lang="en-US"/>
              <a:t> </a:t>
            </a:r>
            <a:r>
              <a:rPr lang="en-US" err="1"/>
              <a:t>pariatur</a:t>
            </a:r>
            <a:r>
              <a:rPr lang="en-US"/>
              <a:t>. </a:t>
            </a:r>
            <a:r>
              <a:rPr lang="en-US" err="1"/>
              <a:t>Excepteur</a:t>
            </a:r>
            <a:r>
              <a:rPr lang="en-US"/>
              <a:t> </a:t>
            </a:r>
            <a:r>
              <a:rPr lang="en-US" err="1"/>
              <a:t>sint</a:t>
            </a:r>
            <a:r>
              <a:rPr lang="en-US"/>
              <a:t> </a:t>
            </a:r>
            <a:r>
              <a:rPr lang="en-US" err="1"/>
              <a:t>occaecat</a:t>
            </a:r>
            <a:r>
              <a:rPr lang="en-US"/>
              <a:t> </a:t>
            </a:r>
            <a:r>
              <a:rPr lang="en-US" err="1"/>
              <a:t>cupidatat</a:t>
            </a:r>
            <a:r>
              <a:rPr lang="en-US"/>
              <a:t> non </a:t>
            </a:r>
            <a:r>
              <a:rPr lang="en-US" err="1"/>
              <a:t>proident</a:t>
            </a:r>
            <a:r>
              <a:rPr lang="en-US"/>
              <a:t>, sunt in culpa qui </a:t>
            </a:r>
            <a:r>
              <a:rPr lang="en-US" err="1"/>
              <a:t>officia</a:t>
            </a:r>
            <a:r>
              <a:rPr lang="en-US"/>
              <a:t> </a:t>
            </a:r>
            <a:r>
              <a:rPr lang="en-US" err="1"/>
              <a:t>deserunt</a:t>
            </a:r>
            <a:r>
              <a:rPr lang="en-US"/>
              <a:t> </a:t>
            </a:r>
            <a:r>
              <a:rPr lang="en-US" err="1"/>
              <a:t>mollit</a:t>
            </a:r>
            <a:r>
              <a:rPr lang="en-US"/>
              <a:t> </a:t>
            </a:r>
            <a:r>
              <a:rPr lang="en-US" err="1"/>
              <a:t>anim</a:t>
            </a:r>
            <a:r>
              <a:rPr lang="en-US"/>
              <a:t> id </a:t>
            </a:r>
            <a:r>
              <a:rPr lang="en-US" err="1"/>
              <a:t>est</a:t>
            </a:r>
            <a:r>
              <a:rPr lang="en-US"/>
              <a:t> </a:t>
            </a:r>
            <a:r>
              <a:rPr lang="en-US" err="1"/>
              <a:t>laborum</a:t>
            </a:r>
            <a:r>
              <a:rPr lang="en-US"/>
              <a:t>.</a:t>
            </a:r>
          </a:p>
          <a:p>
            <a:pPr lvl="0"/>
            <a:endParaRPr lang="en-US"/>
          </a:p>
        </p:txBody>
      </p:sp>
      <p:sp>
        <p:nvSpPr>
          <p:cNvPr id="13" name="Picture Placeholder 4">
            <a:extLst>
              <a:ext uri="{FF2B5EF4-FFF2-40B4-BE49-F238E27FC236}">
                <a16:creationId xmlns:a16="http://schemas.microsoft.com/office/drawing/2014/main" id="{6898D827-97FA-7271-E784-0A0DF0D39ECF}"/>
              </a:ext>
            </a:extLst>
          </p:cNvPr>
          <p:cNvSpPr>
            <a:spLocks noGrp="1"/>
          </p:cNvSpPr>
          <p:nvPr>
            <p:ph type="pic" sz="quarter" idx="15" hasCustomPrompt="1"/>
          </p:nvPr>
        </p:nvSpPr>
        <p:spPr>
          <a:xfrm>
            <a:off x="7943850" y="380942"/>
            <a:ext cx="3865033" cy="5712001"/>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8" name="Graphic 7">
            <a:extLst>
              <a:ext uri="{FF2B5EF4-FFF2-40B4-BE49-F238E27FC236}">
                <a16:creationId xmlns:a16="http://schemas.microsoft.com/office/drawing/2014/main" id="{2EBA7124-ECC5-DBF5-8840-F33B9F2159E5}"/>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587731306"/>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7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283365586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8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383941"/>
            <a:ext cx="7200900" cy="493665"/>
          </a:xfrm>
          <a:prstGeom prst="rect">
            <a:avLst/>
          </a:prstGeom>
        </p:spPr>
        <p:txBody>
          <a:bodyPr lIns="0" tIns="0" rIns="0" bIns="0"/>
          <a:lstStyle>
            <a:lvl1pPr marL="0" indent="0">
              <a:spcBef>
                <a:spcPts val="0"/>
              </a:spcBef>
              <a:buNone/>
              <a:defRPr sz="3200" b="1">
                <a:solidFill>
                  <a:srgbClr val="002C77"/>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5" name="Subtitle 2">
            <a:extLst>
              <a:ext uri="{FF2B5EF4-FFF2-40B4-BE49-F238E27FC236}">
                <a16:creationId xmlns:a16="http://schemas.microsoft.com/office/drawing/2014/main" id="{A37DD523-FEAF-8E36-440F-C6B34EAF13B9}"/>
              </a:ext>
            </a:extLst>
          </p:cNvPr>
          <p:cNvSpPr>
            <a:spLocks noGrp="1"/>
          </p:cNvSpPr>
          <p:nvPr>
            <p:ph type="subTitle" idx="1" hasCustomPrompt="1"/>
          </p:nvPr>
        </p:nvSpPr>
        <p:spPr>
          <a:xfrm>
            <a:off x="382715" y="877609"/>
            <a:ext cx="7201301"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spTree>
    <p:extLst>
      <p:ext uri="{BB962C8B-B14F-4D97-AF65-F5344CB8AC3E}">
        <p14:creationId xmlns:p14="http://schemas.microsoft.com/office/powerpoint/2010/main" val="27564814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9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907687"/>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Subtitle 2">
            <a:extLst>
              <a:ext uri="{FF2B5EF4-FFF2-40B4-BE49-F238E27FC236}">
                <a16:creationId xmlns:a16="http://schemas.microsoft.com/office/drawing/2014/main" id="{D41F75B9-91C6-60F8-44FC-AB6A788ADB3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56198842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0_Blank Slide">
    <p:bg>
      <p:bgPr>
        <a:solidFill>
          <a:schemeClr val="bg1"/>
        </a:solidFill>
        <a:effectLst/>
      </p:bgPr>
    </p:bg>
    <p:spTree>
      <p:nvGrpSpPr>
        <p:cNvPr id="1" name=""/>
        <p:cNvGrpSpPr/>
        <p:nvPr/>
      </p:nvGrpSpPr>
      <p:grpSpPr>
        <a:xfrm>
          <a:off x="0" y="0"/>
          <a:ext cx="0" cy="0"/>
          <a:chOff x="0" y="0"/>
          <a:chExt cx="0" cy="0"/>
        </a:xfrm>
      </p:grpSpPr>
      <p:sp>
        <p:nvSpPr>
          <p:cNvPr id="4" name="Text Placeholder 7">
            <a:extLst>
              <a:ext uri="{FF2B5EF4-FFF2-40B4-BE49-F238E27FC236}">
                <a16:creationId xmlns:a16="http://schemas.microsoft.com/office/drawing/2014/main" id="{F83F42F0-F907-70C1-6E55-B5C2527FBE11}"/>
              </a:ext>
            </a:extLst>
          </p:cNvPr>
          <p:cNvSpPr>
            <a:spLocks noGrp="1"/>
          </p:cNvSpPr>
          <p:nvPr>
            <p:ph type="body" sz="quarter" idx="12" hasCustomPrompt="1"/>
          </p:nvPr>
        </p:nvSpPr>
        <p:spPr>
          <a:xfrm>
            <a:off x="383118" y="1276603"/>
            <a:ext cx="7200900" cy="493665"/>
          </a:xfrm>
          <a:prstGeom prst="rect">
            <a:avLst/>
          </a:prstGeom>
        </p:spPr>
        <p:txBody>
          <a:bodyPr lIns="0" tIns="0" rIns="0" bIns="0"/>
          <a:lstStyle>
            <a:lvl1pPr marL="0" indent="0">
              <a:spcBef>
                <a:spcPts val="0"/>
              </a:spcBef>
              <a:buNone/>
              <a:defRPr sz="3200" b="1">
                <a:solidFill>
                  <a:schemeClr val="accent1"/>
                </a:solidFill>
                <a:latin typeface="+mj-lt"/>
              </a:defRPr>
            </a:lvl1pPr>
          </a:lstStyle>
          <a:p>
            <a:pPr lvl="0"/>
            <a:r>
              <a:rPr lang="en-US"/>
              <a:t>Header</a:t>
            </a:r>
            <a:endParaRPr lang="en-GB"/>
          </a:p>
        </p:txBody>
      </p:sp>
      <p:sp>
        <p:nvSpPr>
          <p:cNvPr id="2" name="Slide Number Placeholder 5">
            <a:extLst>
              <a:ext uri="{FF2B5EF4-FFF2-40B4-BE49-F238E27FC236}">
                <a16:creationId xmlns:a16="http://schemas.microsoft.com/office/drawing/2014/main" id="{336C0515-E19E-A9CC-ECB5-A1C86571CD84}"/>
              </a:ext>
            </a:extLst>
          </p:cNvPr>
          <p:cNvSpPr>
            <a:spLocks noGrp="1"/>
          </p:cNvSpPr>
          <p:nvPr>
            <p:ph type="sldNum" sz="quarter" idx="17"/>
          </p:nvPr>
        </p:nvSpPr>
        <p:spPr>
          <a:xfrm>
            <a:off x="9065683" y="6399751"/>
            <a:ext cx="2743200" cy="365068"/>
          </a:xfrm>
        </p:spPr>
        <p:txBody>
          <a:bodyPr/>
          <a:lstStyle>
            <a:lvl1pPr>
              <a:defRPr b="1" i="0">
                <a:solidFill>
                  <a:srgbClr val="002C77"/>
                </a:solidFill>
                <a:latin typeface="+mn-lt"/>
              </a:defRPr>
            </a:lvl1pPr>
          </a:lstStyle>
          <a:p>
            <a:pPr defTabSz="304770"/>
            <a:fld id="{2FC800B2-235B-2F4B-9F28-5A140A5C2736}" type="slidenum">
              <a:rPr lang="en-US" smtClean="0"/>
              <a:pPr defTabSz="304770"/>
              <a:t>‹#›</a:t>
            </a:fld>
            <a:endParaRPr lang="en-US"/>
          </a:p>
        </p:txBody>
      </p:sp>
      <p:pic>
        <p:nvPicPr>
          <p:cNvPr id="3" name="Graphic 2">
            <a:extLst>
              <a:ext uri="{FF2B5EF4-FFF2-40B4-BE49-F238E27FC236}">
                <a16:creationId xmlns:a16="http://schemas.microsoft.com/office/drawing/2014/main" id="{60E4BB35-ECFE-E0D4-2798-0A04425EBDE0}"/>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6" name="Subtitle 2">
            <a:extLst>
              <a:ext uri="{FF2B5EF4-FFF2-40B4-BE49-F238E27FC236}">
                <a16:creationId xmlns:a16="http://schemas.microsoft.com/office/drawing/2014/main" id="{D41F75B9-91C6-60F8-44FC-AB6A788ADB37}"/>
              </a:ext>
            </a:extLst>
          </p:cNvPr>
          <p:cNvSpPr>
            <a:spLocks noGrp="1"/>
          </p:cNvSpPr>
          <p:nvPr>
            <p:ph type="subTitle" idx="1" hasCustomPrompt="1"/>
          </p:nvPr>
        </p:nvSpPr>
        <p:spPr>
          <a:xfrm>
            <a:off x="382716" y="383941"/>
            <a:ext cx="3409293" cy="179274"/>
          </a:xfrm>
          <a:prstGeom prst="rect">
            <a:avLst/>
          </a:prstGeom>
        </p:spPr>
        <p:txBody>
          <a:bodyPr lIns="0" rIns="0" anchor="t" anchorCtr="0"/>
          <a:lstStyle>
            <a:lvl1pPr marL="0" indent="0" algn="l">
              <a:spcBef>
                <a:spcPts val="0"/>
              </a:spcBef>
              <a:spcAft>
                <a:spcPts val="200"/>
              </a:spcAft>
              <a:buNone/>
              <a:defRPr sz="1100" b="1" u="none" cap="all" baseline="0">
                <a:solidFill>
                  <a:schemeClr val="accent1"/>
                </a:solidFill>
                <a:uFill>
                  <a:solidFill>
                    <a:schemeClr val="accent1"/>
                  </a:solidFill>
                </a:u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SECTION TITLE</a:t>
            </a:r>
            <a:endParaRPr lang="en-GB"/>
          </a:p>
        </p:txBody>
      </p:sp>
    </p:spTree>
    <p:extLst>
      <p:ext uri="{BB962C8B-B14F-4D97-AF65-F5344CB8AC3E}">
        <p14:creationId xmlns:p14="http://schemas.microsoft.com/office/powerpoint/2010/main" val="3761304591"/>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13" pos="3840" userDrawn="1">
          <p15:clr>
            <a:srgbClr val="FBAE40"/>
          </p15:clr>
        </p15:guide>
        <p15:guide id="14" pos="7446"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5_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4176185" y="380944"/>
            <a:ext cx="7632699" cy="5712002"/>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7" name="Text Placeholder 11">
            <a:extLst>
              <a:ext uri="{FF2B5EF4-FFF2-40B4-BE49-F238E27FC236}">
                <a16:creationId xmlns:a16="http://schemas.microsoft.com/office/drawing/2014/main" id="{C30743F4-E435-48FC-C355-C80C5727790F}"/>
              </a:ext>
            </a:extLst>
          </p:cNvPr>
          <p:cNvSpPr>
            <a:spLocks noGrp="1"/>
          </p:cNvSpPr>
          <p:nvPr>
            <p:ph type="body" sz="quarter" idx="12" hasCustomPrompt="1"/>
          </p:nvPr>
        </p:nvSpPr>
        <p:spPr>
          <a:xfrm>
            <a:off x="356885" y="2852826"/>
            <a:ext cx="3435125" cy="492367"/>
          </a:xfrm>
          <a:prstGeom prst="rect">
            <a:avLst/>
          </a:prstGeom>
        </p:spPr>
        <p:txBody>
          <a:bodyPr wrap="square" lIns="0" tIns="0" rIns="0" bIns="0">
            <a:noAutofit/>
          </a:bodyPr>
          <a:lstStyle>
            <a:lvl1pPr marL="0" indent="0">
              <a:lnSpc>
                <a:spcPct val="80000"/>
              </a:lnSpc>
              <a:spcBef>
                <a:spcPts val="0"/>
              </a:spcBef>
              <a:buNone/>
              <a:defRPr sz="40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Section title</a:t>
            </a:r>
          </a:p>
        </p:txBody>
      </p:sp>
      <p:sp>
        <p:nvSpPr>
          <p:cNvPr id="6" name="Slide Number Placeholder 5">
            <a:extLst>
              <a:ext uri="{FF2B5EF4-FFF2-40B4-BE49-F238E27FC236}">
                <a16:creationId xmlns:a16="http://schemas.microsoft.com/office/drawing/2014/main" id="{B2956492-8BF7-C30E-240D-D948343A5C8D}"/>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4" name="Subtitle 2">
            <a:extLst>
              <a:ext uri="{FF2B5EF4-FFF2-40B4-BE49-F238E27FC236}">
                <a16:creationId xmlns:a16="http://schemas.microsoft.com/office/drawing/2014/main" id="{4754D44E-0F4A-7D5B-2317-B17DB597FC0F}"/>
              </a:ext>
            </a:extLst>
          </p:cNvPr>
          <p:cNvSpPr>
            <a:spLocks noGrp="1"/>
          </p:cNvSpPr>
          <p:nvPr>
            <p:ph type="subTitle" idx="1" hasCustomPrompt="1"/>
          </p:nvPr>
        </p:nvSpPr>
        <p:spPr>
          <a:xfrm>
            <a:off x="356886" y="3348013"/>
            <a:ext cx="3435125"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2" name="Graphic 1">
            <a:extLst>
              <a:ext uri="{FF2B5EF4-FFF2-40B4-BE49-F238E27FC236}">
                <a16:creationId xmlns:a16="http://schemas.microsoft.com/office/drawing/2014/main" id="{3F37639F-5EE8-452C-8943-F01F252DC34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394848191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6_Divider Slide">
    <p:bg>
      <p:bgRef idx="1001">
        <a:schemeClr val="bg1"/>
      </p:bgRef>
    </p:bg>
    <p:spTree>
      <p:nvGrpSpPr>
        <p:cNvPr id="1" name=""/>
        <p:cNvGrpSpPr/>
        <p:nvPr/>
      </p:nvGrpSpPr>
      <p:grpSpPr>
        <a:xfrm>
          <a:off x="0" y="0"/>
          <a:ext cx="0" cy="0"/>
          <a:chOff x="0" y="0"/>
          <a:chExt cx="0" cy="0"/>
        </a:xfrm>
      </p:grpSpPr>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4176184" y="380944"/>
            <a:ext cx="7658933"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7" name="Text Placeholder 11">
            <a:extLst>
              <a:ext uri="{FF2B5EF4-FFF2-40B4-BE49-F238E27FC236}">
                <a16:creationId xmlns:a16="http://schemas.microsoft.com/office/drawing/2014/main" id="{C30743F4-E435-48FC-C355-C80C5727790F}"/>
              </a:ext>
            </a:extLst>
          </p:cNvPr>
          <p:cNvSpPr>
            <a:spLocks noGrp="1"/>
          </p:cNvSpPr>
          <p:nvPr>
            <p:ph type="body" sz="quarter" idx="12" hasCustomPrompt="1"/>
          </p:nvPr>
        </p:nvSpPr>
        <p:spPr>
          <a:xfrm>
            <a:off x="356885" y="2852826"/>
            <a:ext cx="3435125" cy="492367"/>
          </a:xfrm>
          <a:prstGeom prst="rect">
            <a:avLst/>
          </a:prstGeom>
        </p:spPr>
        <p:txBody>
          <a:bodyPr wrap="square" lIns="0" tIns="0" rIns="0" bIns="0">
            <a:no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Section title</a:t>
            </a:r>
          </a:p>
        </p:txBody>
      </p:sp>
      <p:sp>
        <p:nvSpPr>
          <p:cNvPr id="6" name="Slide Number Placeholder 5">
            <a:extLst>
              <a:ext uri="{FF2B5EF4-FFF2-40B4-BE49-F238E27FC236}">
                <a16:creationId xmlns:a16="http://schemas.microsoft.com/office/drawing/2014/main" id="{B2956492-8BF7-C30E-240D-D948343A5C8D}"/>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2" name="Graphic 1">
            <a:extLst>
              <a:ext uri="{FF2B5EF4-FFF2-40B4-BE49-F238E27FC236}">
                <a16:creationId xmlns:a16="http://schemas.microsoft.com/office/drawing/2014/main" id="{3F37639F-5EE8-452C-8943-F01F252DC34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5382963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6_Long Title Divider Slide">
    <p:bg>
      <p:bgRef idx="1001">
        <a:schemeClr val="bg1"/>
      </p:bgRef>
    </p:bg>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52826"/>
            <a:ext cx="5354942" cy="492367"/>
          </a:xfrm>
          <a:prstGeom prst="rect">
            <a:avLst/>
          </a:prstGeom>
        </p:spPr>
        <p:txBody>
          <a:bodyPr wrap="square" lIns="0" tIns="0" rIns="0" bIns="0">
            <a:sp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Long section title</a:t>
            </a:r>
          </a:p>
        </p:txBody>
      </p:sp>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6096002" y="380944"/>
            <a:ext cx="5712883"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sp>
        <p:nvSpPr>
          <p:cNvPr id="6" name="Subtitle 2">
            <a:extLst>
              <a:ext uri="{FF2B5EF4-FFF2-40B4-BE49-F238E27FC236}">
                <a16:creationId xmlns:a16="http://schemas.microsoft.com/office/drawing/2014/main" id="{94B42380-185F-655C-53BF-0508E0FCE1DC}"/>
              </a:ext>
            </a:extLst>
          </p:cNvPr>
          <p:cNvSpPr>
            <a:spLocks noGrp="1"/>
          </p:cNvSpPr>
          <p:nvPr>
            <p:ph type="subTitle" idx="1" hasCustomPrompt="1"/>
          </p:nvPr>
        </p:nvSpPr>
        <p:spPr>
          <a:xfrm>
            <a:off x="356884" y="3348013"/>
            <a:ext cx="5354942" cy="302911"/>
          </a:xfrm>
          <a:prstGeom prst="rect">
            <a:avLst/>
          </a:prstGeom>
        </p:spPr>
        <p:txBody>
          <a:bodyPr lIns="0" rIns="0" anchor="t" anchorCtr="0"/>
          <a:lstStyle>
            <a:lvl1pPr marL="0" indent="0" algn="l">
              <a:spcBef>
                <a:spcPts val="0"/>
              </a:spcBef>
              <a:spcAft>
                <a:spcPts val="200"/>
              </a:spcAft>
              <a:buNone/>
              <a:defRPr sz="2400" b="1">
                <a:solidFill>
                  <a:schemeClr val="accent3"/>
                </a:solidFill>
              </a:defRPr>
            </a:lvl1pPr>
            <a:lvl2pPr marL="304770" indent="0" algn="ctr">
              <a:buNone/>
              <a:defRPr sz="1333"/>
            </a:lvl2pPr>
            <a:lvl3pPr marL="609539" indent="0" algn="ctr">
              <a:buNone/>
              <a:defRPr sz="1200"/>
            </a:lvl3pPr>
            <a:lvl4pPr marL="914309" indent="0" algn="ctr">
              <a:buNone/>
              <a:defRPr sz="1067"/>
            </a:lvl4pPr>
            <a:lvl5pPr marL="1219078" indent="0" algn="ctr">
              <a:buNone/>
              <a:defRPr sz="1067"/>
            </a:lvl5pPr>
            <a:lvl6pPr marL="1523848" indent="0" algn="ctr">
              <a:buNone/>
              <a:defRPr sz="1067"/>
            </a:lvl6pPr>
            <a:lvl7pPr marL="1828617" indent="0" algn="ctr">
              <a:buNone/>
              <a:defRPr sz="1067"/>
            </a:lvl7pPr>
            <a:lvl8pPr marL="2133387" indent="0" algn="ctr">
              <a:buNone/>
              <a:defRPr sz="1067"/>
            </a:lvl8pPr>
            <a:lvl9pPr marL="2438156" indent="0" algn="ctr">
              <a:buNone/>
              <a:defRPr sz="1067"/>
            </a:lvl9pPr>
          </a:lstStyle>
          <a:p>
            <a:r>
              <a:rPr lang="en-US"/>
              <a:t>Subtitle style </a:t>
            </a:r>
            <a:endParaRPr lang="en-GB"/>
          </a:p>
        </p:txBody>
      </p:sp>
      <p:pic>
        <p:nvPicPr>
          <p:cNvPr id="4" name="Graphic 3">
            <a:extLst>
              <a:ext uri="{FF2B5EF4-FFF2-40B4-BE49-F238E27FC236}">
                <a16:creationId xmlns:a16="http://schemas.microsoft.com/office/drawing/2014/main" id="{C52397F8-8B01-6782-49A2-F39CB417A8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03065770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46"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7_Long Title Divider Slide">
    <p:bg>
      <p:bgRef idx="1001">
        <a:schemeClr val="bg1"/>
      </p:bgRef>
    </p:bg>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56884" y="2852826"/>
            <a:ext cx="5354942" cy="492367"/>
          </a:xfrm>
          <a:prstGeom prst="rect">
            <a:avLst/>
          </a:prstGeom>
        </p:spPr>
        <p:txBody>
          <a:bodyPr wrap="square" lIns="0" tIns="0" rIns="0" bIns="0">
            <a:spAutoFit/>
          </a:bodyPr>
          <a:lstStyle>
            <a:lvl1pPr marL="0" indent="0">
              <a:lnSpc>
                <a:spcPct val="80000"/>
              </a:lnSpc>
              <a:spcBef>
                <a:spcPts val="0"/>
              </a:spcBef>
              <a:buNone/>
              <a:defRPr sz="40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Long section title</a:t>
            </a:r>
          </a:p>
        </p:txBody>
      </p:sp>
      <p:sp>
        <p:nvSpPr>
          <p:cNvPr id="17" name="Picture Placeholder 4">
            <a:extLst>
              <a:ext uri="{FF2B5EF4-FFF2-40B4-BE49-F238E27FC236}">
                <a16:creationId xmlns:a16="http://schemas.microsoft.com/office/drawing/2014/main" id="{5317CCFE-0413-20D9-882A-2A68B026C23F}"/>
              </a:ext>
            </a:extLst>
          </p:cNvPr>
          <p:cNvSpPr>
            <a:spLocks noGrp="1"/>
          </p:cNvSpPr>
          <p:nvPr>
            <p:ph type="pic" sz="quarter" idx="13" hasCustomPrompt="1"/>
          </p:nvPr>
        </p:nvSpPr>
        <p:spPr>
          <a:xfrm>
            <a:off x="6096002" y="380944"/>
            <a:ext cx="5739117"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2" name="Slide Number Placeholder 5">
            <a:extLst>
              <a:ext uri="{FF2B5EF4-FFF2-40B4-BE49-F238E27FC236}">
                <a16:creationId xmlns:a16="http://schemas.microsoft.com/office/drawing/2014/main" id="{53D614DC-3761-1BC6-5878-B155F8839AAA}"/>
              </a:ext>
            </a:extLst>
          </p:cNvPr>
          <p:cNvSpPr>
            <a:spLocks noGrp="1"/>
          </p:cNvSpPr>
          <p:nvPr>
            <p:ph type="sldNum" sz="quarter" idx="16"/>
          </p:nvPr>
        </p:nvSpPr>
        <p:spPr>
          <a:xfrm>
            <a:off x="9065683" y="6399751"/>
            <a:ext cx="2743200" cy="365068"/>
          </a:xfrm>
        </p:spPr>
        <p:txBody>
          <a:bodyPr/>
          <a:lstStyle>
            <a:lvl1pPr>
              <a:defRPr b="1" i="0">
                <a:solidFill>
                  <a:srgbClr val="002C77"/>
                </a:solidFill>
                <a:latin typeface="Arial" panose="020B0604020202020204" pitchFamily="34" charset="0"/>
                <a:cs typeface="Arial" panose="020B0604020202020204" pitchFamily="34" charset="0"/>
              </a:defRPr>
            </a:lvl1pPr>
          </a:lstStyle>
          <a:p>
            <a:pPr defTabSz="304770"/>
            <a:fld id="{2FC800B2-235B-2F4B-9F28-5A140A5C2736}" type="slidenum">
              <a:rPr lang="en-US" smtClean="0"/>
              <a:pPr defTabSz="304770"/>
              <a:t>‹#›</a:t>
            </a:fld>
            <a:endParaRPr lang="en-US"/>
          </a:p>
        </p:txBody>
      </p:sp>
      <p:pic>
        <p:nvPicPr>
          <p:cNvPr id="4" name="Graphic 3">
            <a:extLst>
              <a:ext uri="{FF2B5EF4-FFF2-40B4-BE49-F238E27FC236}">
                <a16:creationId xmlns:a16="http://schemas.microsoft.com/office/drawing/2014/main" id="{C52397F8-8B01-6782-49A2-F39CB417A8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Tree>
    <p:extLst>
      <p:ext uri="{BB962C8B-B14F-4D97-AF65-F5344CB8AC3E}">
        <p14:creationId xmlns:p14="http://schemas.microsoft.com/office/powerpoint/2010/main" val="14771167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pos="211" userDrawn="1">
          <p15:clr>
            <a:srgbClr val="FBAE40"/>
          </p15:clr>
        </p15:guide>
        <p15:guide id="4" pos="11158">
          <p15:clr>
            <a:srgbClr val="FBAE40"/>
          </p15:clr>
        </p15:guide>
        <p15:guide id="5" orient="horz" pos="5758">
          <p15:clr>
            <a:srgbClr val="FBAE40"/>
          </p15:clr>
        </p15:guide>
        <p15:guide id="7" pos="3840" userDrawn="1">
          <p15:clr>
            <a:srgbClr val="FBAE40"/>
          </p15:clr>
        </p15:guide>
        <p15:guide id="9" pos="7469"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losing Slide">
    <p:spTree>
      <p:nvGrpSpPr>
        <p:cNvPr id="1" name=""/>
        <p:cNvGrpSpPr/>
        <p:nvPr/>
      </p:nvGrpSpPr>
      <p:grpSpPr>
        <a:xfrm>
          <a:off x="0" y="0"/>
          <a:ext cx="0" cy="0"/>
          <a:chOff x="0" y="0"/>
          <a:chExt cx="0" cy="0"/>
        </a:xfrm>
      </p:grpSpPr>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94985" y="2829549"/>
            <a:ext cx="5316841" cy="1354008"/>
          </a:xfrm>
          <a:prstGeom prst="rect">
            <a:avLst/>
          </a:prstGeom>
        </p:spPr>
        <p:txBody>
          <a:bodyPr wrap="square" lIns="0" tIns="0" rIns="0" bIns="0">
            <a:noAutofit/>
          </a:bodyPr>
          <a:lstStyle>
            <a:lvl1pPr marL="0" indent="0">
              <a:lnSpc>
                <a:spcPct val="80000"/>
              </a:lnSpc>
              <a:spcBef>
                <a:spcPts val="0"/>
              </a:spcBef>
              <a:buNone/>
              <a:defRPr sz="5400" b="1" i="0">
                <a:solidFill>
                  <a:srgbClr val="002C77"/>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sp>
        <p:nvSpPr>
          <p:cNvPr id="19" name="Picture Placeholder 4">
            <a:extLst>
              <a:ext uri="{FF2B5EF4-FFF2-40B4-BE49-F238E27FC236}">
                <a16:creationId xmlns:a16="http://schemas.microsoft.com/office/drawing/2014/main" id="{649831A4-7313-58D2-9FD2-0E481EF89DC8}"/>
              </a:ext>
            </a:extLst>
          </p:cNvPr>
          <p:cNvSpPr>
            <a:spLocks noGrp="1"/>
          </p:cNvSpPr>
          <p:nvPr>
            <p:ph type="pic" sz="quarter" idx="13" hasCustomPrompt="1"/>
          </p:nvPr>
        </p:nvSpPr>
        <p:spPr>
          <a:xfrm>
            <a:off x="6096002" y="380944"/>
            <a:ext cx="5739117" cy="5712002"/>
          </a:xfrm>
          <a:prstGeom prst="rect">
            <a:avLst/>
          </a:prstGeom>
          <a:solidFill>
            <a:schemeClr val="bg1">
              <a:lumMod val="95000"/>
            </a:schemeClr>
          </a:solidFill>
          <a:ln>
            <a:noFill/>
          </a:ln>
        </p:spPr>
        <p:txBody>
          <a:bodyPr tIns="1440000"/>
          <a:lstStyle>
            <a:lvl1pPr marL="0" indent="0" algn="ctr">
              <a:buNone/>
              <a:defRPr sz="1400"/>
            </a:lvl1pPr>
          </a:lstStyle>
          <a:p>
            <a:r>
              <a:rPr lang="en-GB"/>
              <a:t>Drag and drop image here</a:t>
            </a:r>
          </a:p>
        </p:txBody>
      </p:sp>
      <p:sp>
        <p:nvSpPr>
          <p:cNvPr id="4" name="Footer Placeholder 4">
            <a:extLst>
              <a:ext uri="{FF2B5EF4-FFF2-40B4-BE49-F238E27FC236}">
                <a16:creationId xmlns:a16="http://schemas.microsoft.com/office/drawing/2014/main" id="{06702A48-5753-3E14-3FD3-D1CE9D33592F}"/>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pic>
        <p:nvPicPr>
          <p:cNvPr id="7" name="Graphic 6">
            <a:extLst>
              <a:ext uri="{FF2B5EF4-FFF2-40B4-BE49-F238E27FC236}">
                <a16:creationId xmlns:a16="http://schemas.microsoft.com/office/drawing/2014/main" id="{FDD0D450-6D81-843E-F037-26D0725B514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03037" y="1999477"/>
            <a:ext cx="1304767" cy="478341"/>
          </a:xfrm>
          <a:prstGeom prst="rect">
            <a:avLst/>
          </a:prstGeom>
        </p:spPr>
      </p:pic>
    </p:spTree>
    <p:extLst>
      <p:ext uri="{BB962C8B-B14F-4D97-AF65-F5344CB8AC3E}">
        <p14:creationId xmlns:p14="http://schemas.microsoft.com/office/powerpoint/2010/main" val="3500702819"/>
      </p:ext>
    </p:extLst>
  </p:cSld>
  <p:clrMapOvr>
    <a:masterClrMapping/>
  </p:clrMapOvr>
  <p:extLst>
    <p:ext uri="{DCECCB84-F9BA-43D5-87BE-67443E8EF086}">
      <p15:sldGuideLst xmlns:p15="http://schemas.microsoft.com/office/powerpoint/2012/main">
        <p15:guide id="3" pos="257" userDrawn="1">
          <p15:clr>
            <a:srgbClr val="FBAE40"/>
          </p15:clr>
        </p15:guide>
        <p15:guide id="4" pos="11158">
          <p15:clr>
            <a:srgbClr val="FBAE40"/>
          </p15:clr>
        </p15:guide>
        <p15:guide id="5" orient="horz" pos="5758">
          <p15:clr>
            <a:srgbClr val="FBAE40"/>
          </p15:clr>
        </p15:guide>
        <p15:guide id="6" pos="7469" userDrawn="1">
          <p15:clr>
            <a:srgbClr val="FBAE40"/>
          </p15:clr>
        </p15:guide>
        <p15:guide id="7" pos="384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Closing Slide_Image">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C28D50E2-6D26-C8D0-7C31-CA6CF0D85A73}"/>
              </a:ext>
            </a:extLst>
          </p:cNvPr>
          <p:cNvSpPr>
            <a:spLocks noGrp="1"/>
          </p:cNvSpPr>
          <p:nvPr>
            <p:ph type="pic" sz="quarter" idx="13" hasCustomPrompt="1"/>
          </p:nvPr>
        </p:nvSpPr>
        <p:spPr>
          <a:xfrm>
            <a:off x="389467" y="380944"/>
            <a:ext cx="11419200" cy="5712002"/>
          </a:xfrm>
          <a:prstGeom prst="rect">
            <a:avLst/>
          </a:prstGeom>
          <a:solidFill>
            <a:schemeClr val="bg1">
              <a:lumMod val="95000"/>
            </a:schemeClr>
          </a:solidFill>
          <a:ln>
            <a:noFill/>
          </a:ln>
        </p:spPr>
        <p:txBody>
          <a:bodyPr tIns="1440000"/>
          <a:lstStyle>
            <a:lvl1pPr marL="0" indent="0" algn="ctr">
              <a:buNone/>
              <a:defRPr/>
            </a:lvl1pPr>
          </a:lstStyle>
          <a:p>
            <a:r>
              <a:rPr lang="en-GB"/>
              <a:t>Drag and drop image here</a:t>
            </a: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6" name="Graphic 5">
            <a:extLst>
              <a:ext uri="{FF2B5EF4-FFF2-40B4-BE49-F238E27FC236}">
                <a16:creationId xmlns:a16="http://schemas.microsoft.com/office/drawing/2014/main" id="{A6C50326-C92D-5471-3FE5-470645DC9E2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3" name="Footer Placeholder 4">
            <a:extLst>
              <a:ext uri="{FF2B5EF4-FFF2-40B4-BE49-F238E27FC236}">
                <a16:creationId xmlns:a16="http://schemas.microsoft.com/office/drawing/2014/main" id="{48F20EB7-D30A-BDB8-523C-E836739B317D}"/>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4290919954"/>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_Closing Slide_Ligh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3"/>
            <a:ext cx="11419200" cy="571094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accent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5" name="Graphic 4">
            <a:extLst>
              <a:ext uri="{FF2B5EF4-FFF2-40B4-BE49-F238E27FC236}">
                <a16:creationId xmlns:a16="http://schemas.microsoft.com/office/drawing/2014/main" id="{369F945E-5ED8-AC85-1513-90DF82F0C90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10" name="Footer Placeholder 4">
            <a:extLst>
              <a:ext uri="{FF2B5EF4-FFF2-40B4-BE49-F238E27FC236}">
                <a16:creationId xmlns:a16="http://schemas.microsoft.com/office/drawing/2014/main" id="{DB2A196C-E574-D45B-9959-4540ACE4E595}"/>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3874419739"/>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Closing Slide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3"/>
            <a:ext cx="11419200" cy="571094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Text Placeholder 11">
            <a:extLst>
              <a:ext uri="{FF2B5EF4-FFF2-40B4-BE49-F238E27FC236}">
                <a16:creationId xmlns:a16="http://schemas.microsoft.com/office/drawing/2014/main" id="{90CBD0E2-BD76-85F1-EBA7-0C521B7B12B6}"/>
              </a:ext>
            </a:extLst>
          </p:cNvPr>
          <p:cNvSpPr>
            <a:spLocks noGrp="1"/>
          </p:cNvSpPr>
          <p:nvPr>
            <p:ph type="body" sz="quarter" idx="12" hasCustomPrompt="1"/>
          </p:nvPr>
        </p:nvSpPr>
        <p:spPr>
          <a:xfrm>
            <a:off x="3437582" y="2829549"/>
            <a:ext cx="5316841" cy="1354008"/>
          </a:xfrm>
          <a:prstGeom prst="rect">
            <a:avLst/>
          </a:prstGeom>
        </p:spPr>
        <p:txBody>
          <a:bodyPr wrap="square" lIns="0" tIns="0" rIns="0" bIns="0" anchor="ctr" anchorCtr="0">
            <a:noAutofit/>
          </a:bodyPr>
          <a:lstStyle>
            <a:lvl1pPr marL="0" indent="0" algn="ctr">
              <a:lnSpc>
                <a:spcPct val="90000"/>
              </a:lnSpc>
              <a:spcBef>
                <a:spcPts val="0"/>
              </a:spcBef>
              <a:buNone/>
              <a:defRPr sz="4000" b="1" i="0">
                <a:solidFill>
                  <a:schemeClr val="bg1"/>
                </a:solidFill>
                <a:latin typeface="Arial" panose="020B0604020202020204" pitchFamily="34" charset="0"/>
                <a:cs typeface="Arial" panose="020B060402020202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closing statement </a:t>
            </a:r>
            <a:endParaRPr lang="en-GB"/>
          </a:p>
        </p:txBody>
      </p:sp>
      <p:pic>
        <p:nvPicPr>
          <p:cNvPr id="2" name="Graphic 1">
            <a:extLst>
              <a:ext uri="{FF2B5EF4-FFF2-40B4-BE49-F238E27FC236}">
                <a16:creationId xmlns:a16="http://schemas.microsoft.com/office/drawing/2014/main" id="{74BF9C1E-E4CB-55A7-B9E3-E7FA99245F3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82716" y="6316541"/>
            <a:ext cx="826250" cy="302911"/>
          </a:xfrm>
          <a:prstGeom prst="rect">
            <a:avLst/>
          </a:prstGeom>
        </p:spPr>
      </p:pic>
      <p:sp>
        <p:nvSpPr>
          <p:cNvPr id="8" name="Footer Placeholder 4">
            <a:extLst>
              <a:ext uri="{FF2B5EF4-FFF2-40B4-BE49-F238E27FC236}">
                <a16:creationId xmlns:a16="http://schemas.microsoft.com/office/drawing/2014/main" id="{E8735C17-CAE8-F301-4DA4-C309BE5E9017}"/>
              </a:ext>
            </a:extLst>
          </p:cNvPr>
          <p:cNvSpPr>
            <a:spLocks noGrp="1"/>
          </p:cNvSpPr>
          <p:nvPr>
            <p:ph type="ftr" sz="quarter" idx="3"/>
          </p:nvPr>
        </p:nvSpPr>
        <p:spPr>
          <a:xfrm>
            <a:off x="7720317" y="6399815"/>
            <a:ext cx="4114800" cy="365068"/>
          </a:xfrm>
          <a:prstGeom prst="rect">
            <a:avLst/>
          </a:prstGeom>
        </p:spPr>
        <p:txBody>
          <a:bodyPr vert="horz" lIns="0" tIns="45720" rIns="0" bIns="45720" rtlCol="0" anchor="ctr"/>
          <a:lstStyle>
            <a:lvl1pPr algn="r">
              <a:defRPr sz="800" b="1">
                <a:solidFill>
                  <a:schemeClr val="accent1"/>
                </a:solidFill>
              </a:defRPr>
            </a:lvl1pPr>
          </a:lstStyle>
          <a:p>
            <a:pPr defTabSz="304770"/>
            <a:endParaRPr lang="en-US">
              <a:solidFill>
                <a:srgbClr val="002C77"/>
              </a:solidFill>
            </a:endParaRPr>
          </a:p>
        </p:txBody>
      </p:sp>
    </p:spTree>
    <p:extLst>
      <p:ext uri="{BB962C8B-B14F-4D97-AF65-F5344CB8AC3E}">
        <p14:creationId xmlns:p14="http://schemas.microsoft.com/office/powerpoint/2010/main" val="45737084"/>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6_Closing Slide_Dar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6D46D4-867B-1B29-18D9-D1DCF834228C}"/>
              </a:ext>
            </a:extLst>
          </p:cNvPr>
          <p:cNvSpPr/>
          <p:nvPr userDrawn="1"/>
        </p:nvSpPr>
        <p:spPr>
          <a:xfrm>
            <a:off x="389467" y="382000"/>
            <a:ext cx="11419200" cy="60950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477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7" name="Graphic 6">
            <a:extLst>
              <a:ext uri="{FF2B5EF4-FFF2-40B4-BE49-F238E27FC236}">
                <a16:creationId xmlns:a16="http://schemas.microsoft.com/office/drawing/2014/main" id="{1F86FAA6-8B8F-4440-844F-06131C176D0F}"/>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5450142" y="3054227"/>
            <a:ext cx="1291719" cy="478341"/>
          </a:xfrm>
          <a:prstGeom prst="rect">
            <a:avLst/>
          </a:prstGeom>
        </p:spPr>
      </p:pic>
    </p:spTree>
    <p:extLst>
      <p:ext uri="{BB962C8B-B14F-4D97-AF65-F5344CB8AC3E}">
        <p14:creationId xmlns:p14="http://schemas.microsoft.com/office/powerpoint/2010/main" val="1224637103"/>
      </p:ext>
    </p:extLst>
  </p:cSld>
  <p:clrMapOvr>
    <a:masterClrMapping/>
  </p:clrMapOvr>
  <p:extLst>
    <p:ext uri="{DCECCB84-F9BA-43D5-87BE-67443E8EF086}">
      <p15:sldGuideLst xmlns:p15="http://schemas.microsoft.com/office/powerpoint/2012/main">
        <p15:guide id="3" pos="234" userDrawn="1">
          <p15:clr>
            <a:srgbClr val="FBAE40"/>
          </p15:clr>
        </p15:guide>
        <p15:guide id="4" pos="11158">
          <p15:clr>
            <a:srgbClr val="FBAE40"/>
          </p15:clr>
        </p15:guide>
        <p15:guide id="5" orient="horz" pos="5758">
          <p15:clr>
            <a:srgbClr val="FBAE40"/>
          </p15:clr>
        </p15:guide>
        <p15:guide id="6" pos="7446" userDrawn="1">
          <p15:clr>
            <a:srgbClr val="FBAE40"/>
          </p15:clr>
        </p15:guide>
        <p15:guide id="7" pos="384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22957-D1F8-4D83-A8A9-E4530B0BA02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2521CB7-0B76-47E8-907D-FB97B873E0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E39953A-08B8-40A2-A684-DA7F1F3E8DC9}"/>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173C34BC-E7D2-4F82-A84B-CB189B14BE43}"/>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CAE5776-139D-4092-AB22-3A24CE548FB7}"/>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32277709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3" name="Picture Placeholder 62">
            <a:extLst>
              <a:ext uri="{FF2B5EF4-FFF2-40B4-BE49-F238E27FC236}">
                <a16:creationId xmlns:a16="http://schemas.microsoft.com/office/drawing/2014/main" id="{331EE4D6-C6CB-46DD-9B81-9EBC0D439D8A}"/>
              </a:ext>
            </a:extLst>
          </p:cNvPr>
          <p:cNvSpPr>
            <a:spLocks noGrp="1"/>
          </p:cNvSpPr>
          <p:nvPr>
            <p:ph type="pic" sz="quarter" idx="14" hasCustomPrompt="1"/>
          </p:nvPr>
        </p:nvSpPr>
        <p:spPr>
          <a:xfrm>
            <a:off x="1537626" y="1727308"/>
            <a:ext cx="1107920" cy="773005"/>
          </a:xfrm>
          <a:noFill/>
        </p:spPr>
        <p:txBody>
          <a:bodyPr/>
          <a:lstStyle>
            <a:lvl1pPr marL="0" indent="0" algn="ctr">
              <a:buNone/>
              <a:defRPr>
                <a:solidFill>
                  <a:srgbClr val="002C77"/>
                </a:solidFill>
              </a:defRPr>
            </a:lvl1pPr>
          </a:lstStyle>
          <a:p>
            <a:r>
              <a:rPr lang="en-GB" dirty="0"/>
              <a:t>Add an icon</a:t>
            </a:r>
          </a:p>
        </p:txBody>
      </p:sp>
      <p:sp>
        <p:nvSpPr>
          <p:cNvPr id="2" name="Title 1">
            <a:extLst>
              <a:ext uri="{FF2B5EF4-FFF2-40B4-BE49-F238E27FC236}">
                <a16:creationId xmlns:a16="http://schemas.microsoft.com/office/drawing/2014/main" id="{9341C543-D4C5-4796-9BB5-C379FFB35B42}"/>
              </a:ext>
            </a:extLst>
          </p:cNvPr>
          <p:cNvSpPr>
            <a:spLocks noGrp="1"/>
          </p:cNvSpPr>
          <p:nvPr>
            <p:ph type="title" hasCustomPrompt="1"/>
          </p:nvPr>
        </p:nvSpPr>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cxnSp>
        <p:nvCxnSpPr>
          <p:cNvPr id="38" name="Straight Connector 37">
            <a:extLst>
              <a:ext uri="{FF2B5EF4-FFF2-40B4-BE49-F238E27FC236}">
                <a16:creationId xmlns:a16="http://schemas.microsoft.com/office/drawing/2014/main" id="{339B0E2B-FEED-4EEA-9F54-AC4164667E0F}"/>
              </a:ext>
            </a:extLst>
          </p:cNvPr>
          <p:cNvCxnSpPr/>
          <p:nvPr userDrawn="1"/>
        </p:nvCxnSpPr>
        <p:spPr>
          <a:xfrm>
            <a:off x="5181823"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B6A5CD2-1570-4307-8FE5-0CB1E77D0210}"/>
              </a:ext>
            </a:extLst>
          </p:cNvPr>
          <p:cNvCxnSpPr/>
          <p:nvPr userDrawn="1"/>
        </p:nvCxnSpPr>
        <p:spPr>
          <a:xfrm>
            <a:off x="9045515"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4BCC497B-CF59-4FA7-B7EF-05549A2D75DF}"/>
              </a:ext>
            </a:extLst>
          </p:cNvPr>
          <p:cNvCxnSpPr/>
          <p:nvPr userDrawn="1"/>
        </p:nvCxnSpPr>
        <p:spPr>
          <a:xfrm>
            <a:off x="1151380"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664BA2B-26B7-4BCB-B092-663682E81928}"/>
              </a:ext>
            </a:extLst>
          </p:cNvPr>
          <p:cNvCxnSpPr/>
          <p:nvPr userDrawn="1"/>
        </p:nvCxnSpPr>
        <p:spPr>
          <a:xfrm>
            <a:off x="5181823"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8DEFD73-7700-4CF6-9804-A427AA291967}"/>
              </a:ext>
            </a:extLst>
          </p:cNvPr>
          <p:cNvCxnSpPr/>
          <p:nvPr userDrawn="1"/>
        </p:nvCxnSpPr>
        <p:spPr>
          <a:xfrm>
            <a:off x="9045515" y="5781298"/>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BAE3034-E290-4AE1-9931-A03D28A8793F}"/>
              </a:ext>
            </a:extLst>
          </p:cNvPr>
          <p:cNvCxnSpPr/>
          <p:nvPr userDrawn="1"/>
        </p:nvCxnSpPr>
        <p:spPr>
          <a:xfrm>
            <a:off x="1151380" y="3519004"/>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sp>
        <p:nvSpPr>
          <p:cNvPr id="61" name="Text Placeholder 60">
            <a:extLst>
              <a:ext uri="{FF2B5EF4-FFF2-40B4-BE49-F238E27FC236}">
                <a16:creationId xmlns:a16="http://schemas.microsoft.com/office/drawing/2014/main" id="{1AB26331-9179-4313-8813-C18952F103CE}"/>
              </a:ext>
            </a:extLst>
          </p:cNvPr>
          <p:cNvSpPr>
            <a:spLocks noGrp="1"/>
          </p:cNvSpPr>
          <p:nvPr userDrawn="1">
            <p:ph type="body" sz="quarter" idx="13" hasCustomPrompt="1"/>
          </p:nvPr>
        </p:nvSpPr>
        <p:spPr>
          <a:xfrm>
            <a:off x="382588" y="829930"/>
            <a:ext cx="6799262" cy="301588"/>
          </a:xfrm>
        </p:spPr>
        <p:txBody>
          <a:bodyPr>
            <a:normAutofit/>
          </a:bodyPr>
          <a:lstStyle>
            <a:lvl1pPr marL="0" indent="0">
              <a:buNone/>
              <a:defRPr sz="1600"/>
            </a:lvl1pPr>
          </a:lstStyle>
          <a:p>
            <a:pPr lvl="0"/>
            <a:r>
              <a:rPr lang="en-US" dirty="0"/>
              <a:t>Click to edit </a:t>
            </a:r>
            <a:r>
              <a:rPr lang="en-US" dirty="0" err="1"/>
              <a:t>Subheader</a:t>
            </a:r>
            <a:endParaRPr lang="en-US" dirty="0"/>
          </a:p>
        </p:txBody>
      </p:sp>
      <p:sp>
        <p:nvSpPr>
          <p:cNvPr id="64" name="Picture Placeholder 62">
            <a:extLst>
              <a:ext uri="{FF2B5EF4-FFF2-40B4-BE49-F238E27FC236}">
                <a16:creationId xmlns:a16="http://schemas.microsoft.com/office/drawing/2014/main" id="{1D7B62DD-C58E-4CC9-9E58-256AB79E2B56}"/>
              </a:ext>
            </a:extLst>
          </p:cNvPr>
          <p:cNvSpPr>
            <a:spLocks noGrp="1"/>
          </p:cNvSpPr>
          <p:nvPr>
            <p:ph type="pic" sz="quarter" idx="15" hasCustomPrompt="1"/>
          </p:nvPr>
        </p:nvSpPr>
        <p:spPr>
          <a:xfrm>
            <a:off x="5542040" y="1727308"/>
            <a:ext cx="1107920" cy="773005"/>
          </a:xfrm>
          <a:noFill/>
        </p:spPr>
        <p:txBody>
          <a:bodyPr/>
          <a:lstStyle>
            <a:lvl1pPr marL="0" indent="0" algn="ctr">
              <a:buNone/>
              <a:defRPr>
                <a:solidFill>
                  <a:srgbClr val="002C77"/>
                </a:solidFill>
              </a:defRPr>
            </a:lvl1pPr>
          </a:lstStyle>
          <a:p>
            <a:r>
              <a:rPr lang="en-GB" dirty="0"/>
              <a:t>Add an icon</a:t>
            </a:r>
          </a:p>
        </p:txBody>
      </p:sp>
      <p:sp>
        <p:nvSpPr>
          <p:cNvPr id="65" name="Picture Placeholder 62">
            <a:extLst>
              <a:ext uri="{FF2B5EF4-FFF2-40B4-BE49-F238E27FC236}">
                <a16:creationId xmlns:a16="http://schemas.microsoft.com/office/drawing/2014/main" id="{EC3C802E-DC98-417A-8D0E-AEAB4792B30B}"/>
              </a:ext>
            </a:extLst>
          </p:cNvPr>
          <p:cNvSpPr>
            <a:spLocks noGrp="1"/>
          </p:cNvSpPr>
          <p:nvPr>
            <p:ph type="pic" sz="quarter" idx="16" hasCustomPrompt="1"/>
          </p:nvPr>
        </p:nvSpPr>
        <p:spPr>
          <a:xfrm>
            <a:off x="9391555" y="1727308"/>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6" name="Picture Placeholder 62">
            <a:extLst>
              <a:ext uri="{FF2B5EF4-FFF2-40B4-BE49-F238E27FC236}">
                <a16:creationId xmlns:a16="http://schemas.microsoft.com/office/drawing/2014/main" id="{B7729406-A95D-4E1A-B28B-BDF7A84125F3}"/>
              </a:ext>
            </a:extLst>
          </p:cNvPr>
          <p:cNvSpPr>
            <a:spLocks noGrp="1"/>
          </p:cNvSpPr>
          <p:nvPr>
            <p:ph type="pic" sz="quarter" idx="17" hasCustomPrompt="1"/>
          </p:nvPr>
        </p:nvSpPr>
        <p:spPr>
          <a:xfrm>
            <a:off x="1537626"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7" name="Picture Placeholder 62">
            <a:extLst>
              <a:ext uri="{FF2B5EF4-FFF2-40B4-BE49-F238E27FC236}">
                <a16:creationId xmlns:a16="http://schemas.microsoft.com/office/drawing/2014/main" id="{CA0C7B36-2CCB-40E0-99FD-471231F9F48E}"/>
              </a:ext>
            </a:extLst>
          </p:cNvPr>
          <p:cNvSpPr>
            <a:spLocks noGrp="1"/>
          </p:cNvSpPr>
          <p:nvPr>
            <p:ph type="pic" sz="quarter" idx="18" hasCustomPrompt="1"/>
          </p:nvPr>
        </p:nvSpPr>
        <p:spPr>
          <a:xfrm>
            <a:off x="5542040"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68" name="Picture Placeholder 62">
            <a:extLst>
              <a:ext uri="{FF2B5EF4-FFF2-40B4-BE49-F238E27FC236}">
                <a16:creationId xmlns:a16="http://schemas.microsoft.com/office/drawing/2014/main" id="{A8D9687C-F28C-4214-99D9-9AABF1C59CAD}"/>
              </a:ext>
            </a:extLst>
          </p:cNvPr>
          <p:cNvSpPr>
            <a:spLocks noGrp="1"/>
          </p:cNvSpPr>
          <p:nvPr>
            <p:ph type="pic" sz="quarter" idx="19" hasCustomPrompt="1"/>
          </p:nvPr>
        </p:nvSpPr>
        <p:spPr>
          <a:xfrm>
            <a:off x="9391555" y="3983619"/>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70" name="Text Placeholder 69">
            <a:extLst>
              <a:ext uri="{FF2B5EF4-FFF2-40B4-BE49-F238E27FC236}">
                <a16:creationId xmlns:a16="http://schemas.microsoft.com/office/drawing/2014/main" id="{BFE1453B-E7CF-4073-830B-ED270D48AC45}"/>
              </a:ext>
            </a:extLst>
          </p:cNvPr>
          <p:cNvSpPr>
            <a:spLocks noGrp="1"/>
          </p:cNvSpPr>
          <p:nvPr>
            <p:ph type="body" sz="quarter" idx="20" hasCustomPrompt="1"/>
          </p:nvPr>
        </p:nvSpPr>
        <p:spPr>
          <a:xfrm>
            <a:off x="685370" y="2593975"/>
            <a:ext cx="2812432" cy="744538"/>
          </a:xfrm>
        </p:spPr>
        <p:txBody>
          <a:bodyPr/>
          <a:lstStyle>
            <a:lvl1pPr marL="0" indent="0" algn="ctr">
              <a:buNone/>
              <a:defRPr/>
            </a:lvl1pPr>
          </a:lstStyle>
          <a:p>
            <a:pPr lvl="0"/>
            <a:r>
              <a:rPr lang="en-US" dirty="0"/>
              <a:t>Click to add description</a:t>
            </a:r>
          </a:p>
        </p:txBody>
      </p:sp>
      <p:sp>
        <p:nvSpPr>
          <p:cNvPr id="71" name="Text Placeholder 69">
            <a:extLst>
              <a:ext uri="{FF2B5EF4-FFF2-40B4-BE49-F238E27FC236}">
                <a16:creationId xmlns:a16="http://schemas.microsoft.com/office/drawing/2014/main" id="{7030B450-7373-4001-82AD-C804A8696B21}"/>
              </a:ext>
            </a:extLst>
          </p:cNvPr>
          <p:cNvSpPr>
            <a:spLocks noGrp="1"/>
          </p:cNvSpPr>
          <p:nvPr>
            <p:ph type="body" sz="quarter" idx="21" hasCustomPrompt="1"/>
          </p:nvPr>
        </p:nvSpPr>
        <p:spPr>
          <a:xfrm>
            <a:off x="4675607" y="2593975"/>
            <a:ext cx="2812432" cy="744538"/>
          </a:xfrm>
        </p:spPr>
        <p:txBody>
          <a:bodyPr/>
          <a:lstStyle>
            <a:lvl1pPr marL="0" indent="0" algn="ctr">
              <a:buNone/>
              <a:defRPr/>
            </a:lvl1pPr>
          </a:lstStyle>
          <a:p>
            <a:pPr lvl="0"/>
            <a:r>
              <a:rPr lang="en-US" dirty="0"/>
              <a:t>Click to add description</a:t>
            </a:r>
          </a:p>
        </p:txBody>
      </p:sp>
      <p:sp>
        <p:nvSpPr>
          <p:cNvPr id="72" name="Text Placeholder 69">
            <a:extLst>
              <a:ext uri="{FF2B5EF4-FFF2-40B4-BE49-F238E27FC236}">
                <a16:creationId xmlns:a16="http://schemas.microsoft.com/office/drawing/2014/main" id="{789681D9-89C9-4720-8C17-A29C886CDAB5}"/>
              </a:ext>
            </a:extLst>
          </p:cNvPr>
          <p:cNvSpPr>
            <a:spLocks noGrp="1"/>
          </p:cNvSpPr>
          <p:nvPr>
            <p:ph type="body" sz="quarter" idx="22" hasCustomPrompt="1"/>
          </p:nvPr>
        </p:nvSpPr>
        <p:spPr>
          <a:xfrm>
            <a:off x="8665844" y="2593975"/>
            <a:ext cx="2812432" cy="744538"/>
          </a:xfrm>
        </p:spPr>
        <p:txBody>
          <a:bodyPr/>
          <a:lstStyle>
            <a:lvl1pPr marL="0" indent="0" algn="ctr">
              <a:buNone/>
              <a:defRPr/>
            </a:lvl1pPr>
          </a:lstStyle>
          <a:p>
            <a:pPr lvl="0"/>
            <a:r>
              <a:rPr lang="en-US" dirty="0"/>
              <a:t>Click to add description</a:t>
            </a:r>
          </a:p>
        </p:txBody>
      </p:sp>
      <p:sp>
        <p:nvSpPr>
          <p:cNvPr id="73" name="Text Placeholder 69">
            <a:extLst>
              <a:ext uri="{FF2B5EF4-FFF2-40B4-BE49-F238E27FC236}">
                <a16:creationId xmlns:a16="http://schemas.microsoft.com/office/drawing/2014/main" id="{081B4CC2-DC16-4A54-B871-9FEE4CF7EF4D}"/>
              </a:ext>
            </a:extLst>
          </p:cNvPr>
          <p:cNvSpPr>
            <a:spLocks noGrp="1"/>
          </p:cNvSpPr>
          <p:nvPr>
            <p:ph type="body" sz="quarter" idx="23" hasCustomPrompt="1"/>
          </p:nvPr>
        </p:nvSpPr>
        <p:spPr>
          <a:xfrm>
            <a:off x="685370" y="4848969"/>
            <a:ext cx="2812432" cy="744538"/>
          </a:xfrm>
        </p:spPr>
        <p:txBody>
          <a:bodyPr/>
          <a:lstStyle>
            <a:lvl1pPr marL="0" indent="0" algn="ctr">
              <a:buNone/>
              <a:defRPr/>
            </a:lvl1pPr>
          </a:lstStyle>
          <a:p>
            <a:pPr lvl="0"/>
            <a:r>
              <a:rPr lang="en-US" dirty="0"/>
              <a:t>Click to add description</a:t>
            </a:r>
          </a:p>
        </p:txBody>
      </p:sp>
      <p:sp>
        <p:nvSpPr>
          <p:cNvPr id="74" name="Text Placeholder 69">
            <a:extLst>
              <a:ext uri="{FF2B5EF4-FFF2-40B4-BE49-F238E27FC236}">
                <a16:creationId xmlns:a16="http://schemas.microsoft.com/office/drawing/2014/main" id="{6046AF4B-3995-49C3-8B0C-A006BA4C3FBA}"/>
              </a:ext>
            </a:extLst>
          </p:cNvPr>
          <p:cNvSpPr>
            <a:spLocks noGrp="1"/>
          </p:cNvSpPr>
          <p:nvPr>
            <p:ph type="body" sz="quarter" idx="24" hasCustomPrompt="1"/>
          </p:nvPr>
        </p:nvSpPr>
        <p:spPr>
          <a:xfrm>
            <a:off x="4675607" y="4848969"/>
            <a:ext cx="2812432" cy="744538"/>
          </a:xfrm>
        </p:spPr>
        <p:txBody>
          <a:bodyPr/>
          <a:lstStyle>
            <a:lvl1pPr marL="0" indent="0" algn="ctr">
              <a:buNone/>
              <a:defRPr/>
            </a:lvl1pPr>
          </a:lstStyle>
          <a:p>
            <a:pPr lvl="0"/>
            <a:r>
              <a:rPr lang="en-US" dirty="0"/>
              <a:t>Click to add description</a:t>
            </a:r>
          </a:p>
        </p:txBody>
      </p:sp>
      <p:sp>
        <p:nvSpPr>
          <p:cNvPr id="75" name="Text Placeholder 69">
            <a:extLst>
              <a:ext uri="{FF2B5EF4-FFF2-40B4-BE49-F238E27FC236}">
                <a16:creationId xmlns:a16="http://schemas.microsoft.com/office/drawing/2014/main" id="{CFB51604-32D9-4DC0-A358-B600FC11549E}"/>
              </a:ext>
            </a:extLst>
          </p:cNvPr>
          <p:cNvSpPr>
            <a:spLocks noGrp="1"/>
          </p:cNvSpPr>
          <p:nvPr>
            <p:ph type="body" sz="quarter" idx="25" hasCustomPrompt="1"/>
          </p:nvPr>
        </p:nvSpPr>
        <p:spPr>
          <a:xfrm>
            <a:off x="8665844" y="4848969"/>
            <a:ext cx="2812432" cy="744538"/>
          </a:xfrm>
        </p:spPr>
        <p:txBody>
          <a:bodyPr/>
          <a:lstStyle>
            <a:lvl1pPr marL="0" indent="0" algn="ctr">
              <a:buNone/>
              <a:defRPr/>
            </a:lvl1pPr>
          </a:lstStyle>
          <a:p>
            <a:pPr lvl="0"/>
            <a:r>
              <a:rPr lang="en-US" dirty="0"/>
              <a:t>Click to add description</a:t>
            </a:r>
          </a:p>
        </p:txBody>
      </p:sp>
    </p:spTree>
    <p:extLst>
      <p:ext uri="{BB962C8B-B14F-4D97-AF65-F5344CB8AC3E}">
        <p14:creationId xmlns:p14="http://schemas.microsoft.com/office/powerpoint/2010/main" val="388940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249"/>
                                          </p:stCondLst>
                                        </p:cTn>
                                        <p:tgtEl>
                                          <p:spTgt spid="61">
                                            <p:txEl>
                                              <p:pRg st="0" end="0"/>
                                            </p:txEl>
                                          </p:spTgt>
                                        </p:tgtEl>
                                        <p:attrNameLst>
                                          <p:attrName>style.visibility</p:attrName>
                                        </p:attrNameLst>
                                      </p:cBhvr>
                                      <p:to>
                                        <p:strVal val="visible"/>
                                      </p:to>
                                    </p:set>
                                  </p:childTnLst>
                                </p:cTn>
                              </p:par>
                            </p:childTnLst>
                          </p:cTn>
                        </p:par>
                        <p:par>
                          <p:cTn id="7" fill="hold">
                            <p:stCondLst>
                              <p:cond delay="250"/>
                            </p:stCondLst>
                            <p:childTnLst>
                              <p:par>
                                <p:cTn id="8" presetID="10" presetClass="entr" presetSubtype="0" fill="hold" grpId="0" nodeType="afterEffect">
                                  <p:stCondLst>
                                    <p:cond delay="0"/>
                                  </p:stCondLst>
                                  <p:childTnLst>
                                    <p:set>
                                      <p:cBhvr>
                                        <p:cTn id="9" dur="1" fill="hold">
                                          <p:stCondLst>
                                            <p:cond delay="0"/>
                                          </p:stCondLst>
                                        </p:cTn>
                                        <p:tgtEl>
                                          <p:spTgt spid="63"/>
                                        </p:tgtEl>
                                        <p:attrNameLst>
                                          <p:attrName>style.visibility</p:attrName>
                                        </p:attrNameLst>
                                      </p:cBhvr>
                                      <p:to>
                                        <p:strVal val="visible"/>
                                      </p:to>
                                    </p:set>
                                    <p:animEffect transition="in" filter="fade">
                                      <p:cBhvr>
                                        <p:cTn id="10" dur="250"/>
                                        <p:tgtEl>
                                          <p:spTgt spid="63"/>
                                        </p:tgtEl>
                                      </p:cBhvr>
                                    </p:animEffect>
                                  </p:childTnLst>
                                </p:cTn>
                              </p:par>
                              <p:par>
                                <p:cTn id="11" presetID="10" presetClass="entr" presetSubtype="0" fill="hold" nodeType="withEffect">
                                  <p:stCondLst>
                                    <p:cond delay="0"/>
                                  </p:stCondLst>
                                  <p:childTnLst>
                                    <p:set>
                                      <p:cBhvr>
                                        <p:cTn id="12" dur="1" fill="hold">
                                          <p:stCondLst>
                                            <p:cond delay="0"/>
                                          </p:stCondLst>
                                        </p:cTn>
                                        <p:tgtEl>
                                          <p:spTgt spid="56"/>
                                        </p:tgtEl>
                                        <p:attrNameLst>
                                          <p:attrName>style.visibility</p:attrName>
                                        </p:attrNameLst>
                                      </p:cBhvr>
                                      <p:to>
                                        <p:strVal val="visible"/>
                                      </p:to>
                                    </p:set>
                                    <p:animEffect transition="in" filter="fade">
                                      <p:cBhvr>
                                        <p:cTn id="13" dur="250"/>
                                        <p:tgtEl>
                                          <p:spTgt spid="5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0">
                                            <p:txEl>
                                              <p:pRg st="0" end="0"/>
                                            </p:txEl>
                                          </p:spTgt>
                                        </p:tgtEl>
                                        <p:attrNameLst>
                                          <p:attrName>style.visibility</p:attrName>
                                        </p:attrNameLst>
                                      </p:cBhvr>
                                      <p:to>
                                        <p:strVal val="visible"/>
                                      </p:to>
                                    </p:set>
                                    <p:animEffect transition="in" filter="fade">
                                      <p:cBhvr>
                                        <p:cTn id="16" dur="250"/>
                                        <p:tgtEl>
                                          <p:spTgt spid="70">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4"/>
                                        </p:tgtEl>
                                        <p:attrNameLst>
                                          <p:attrName>style.visibility</p:attrName>
                                        </p:attrNameLst>
                                      </p:cBhvr>
                                      <p:to>
                                        <p:strVal val="visible"/>
                                      </p:to>
                                    </p:set>
                                    <p:animEffect transition="in" filter="fade">
                                      <p:cBhvr>
                                        <p:cTn id="20" dur="250"/>
                                        <p:tgtEl>
                                          <p:spTgt spid="6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71">
                                            <p:txEl>
                                              <p:pRg st="0" end="0"/>
                                            </p:txEl>
                                          </p:spTgt>
                                        </p:tgtEl>
                                        <p:attrNameLst>
                                          <p:attrName>style.visibility</p:attrName>
                                        </p:attrNameLst>
                                      </p:cBhvr>
                                      <p:to>
                                        <p:strVal val="visible"/>
                                      </p:to>
                                    </p:set>
                                    <p:animEffect transition="in" filter="fade">
                                      <p:cBhvr>
                                        <p:cTn id="23" dur="250"/>
                                        <p:tgtEl>
                                          <p:spTgt spid="71">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250"/>
                                        <p:tgtEl>
                                          <p:spTgt spid="38"/>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250"/>
                                        <p:tgtEl>
                                          <p:spTgt spid="6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2">
                                            <p:txEl>
                                              <p:pRg st="0" end="0"/>
                                            </p:txEl>
                                          </p:spTgt>
                                        </p:tgtEl>
                                        <p:attrNameLst>
                                          <p:attrName>style.visibility</p:attrName>
                                        </p:attrNameLst>
                                      </p:cBhvr>
                                      <p:to>
                                        <p:strVal val="visible"/>
                                      </p:to>
                                    </p:set>
                                    <p:animEffect transition="in" filter="fade">
                                      <p:cBhvr>
                                        <p:cTn id="33" dur="250"/>
                                        <p:tgtEl>
                                          <p:spTgt spid="72">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fade">
                                      <p:cBhvr>
                                        <p:cTn id="36" dur="250"/>
                                        <p:tgtEl>
                                          <p:spTgt spid="42"/>
                                        </p:tgtEl>
                                      </p:cBhvr>
                                    </p:animEffect>
                                  </p:childTnLst>
                                </p:cTn>
                              </p:par>
                            </p:childTnLst>
                          </p:cTn>
                        </p:par>
                        <p:par>
                          <p:cTn id="37" fill="hold">
                            <p:stCondLst>
                              <p:cond delay="1000"/>
                            </p:stCondLst>
                            <p:childTnLst>
                              <p:par>
                                <p:cTn id="38" presetID="10" presetClass="entr" presetSubtype="0" fill="hold" grpId="0" nodeType="after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fade">
                                      <p:cBhvr>
                                        <p:cTn id="40" dur="250"/>
                                        <p:tgtEl>
                                          <p:spTgt spid="6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73">
                                            <p:txEl>
                                              <p:pRg st="0" end="0"/>
                                            </p:txEl>
                                          </p:spTgt>
                                        </p:tgtEl>
                                        <p:attrNameLst>
                                          <p:attrName>style.visibility</p:attrName>
                                        </p:attrNameLst>
                                      </p:cBhvr>
                                      <p:to>
                                        <p:strVal val="visible"/>
                                      </p:to>
                                    </p:set>
                                    <p:animEffect transition="in" filter="fade">
                                      <p:cBhvr>
                                        <p:cTn id="43" dur="250"/>
                                        <p:tgtEl>
                                          <p:spTgt spid="73">
                                            <p:txEl>
                                              <p:pRg st="0" end="0"/>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46"/>
                                        </p:tgtEl>
                                        <p:attrNameLst>
                                          <p:attrName>style.visibility</p:attrName>
                                        </p:attrNameLst>
                                      </p:cBhvr>
                                      <p:to>
                                        <p:strVal val="visible"/>
                                      </p:to>
                                    </p:set>
                                    <p:animEffect transition="in" filter="fade">
                                      <p:cBhvr>
                                        <p:cTn id="46" dur="250"/>
                                        <p:tgtEl>
                                          <p:spTgt spid="46"/>
                                        </p:tgtEl>
                                      </p:cBhvr>
                                    </p:animEffect>
                                  </p:childTnLst>
                                </p:cTn>
                              </p:par>
                            </p:childTnLst>
                          </p:cTn>
                        </p:par>
                        <p:par>
                          <p:cTn id="47" fill="hold">
                            <p:stCondLst>
                              <p:cond delay="1250"/>
                            </p:stCondLst>
                            <p:childTnLst>
                              <p:par>
                                <p:cTn id="48" presetID="10" presetClass="entr" presetSubtype="0" fill="hold" grpId="0" nodeType="after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fade">
                                      <p:cBhvr>
                                        <p:cTn id="50" dur="250"/>
                                        <p:tgtEl>
                                          <p:spTgt spid="6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4">
                                            <p:txEl>
                                              <p:pRg st="0" end="0"/>
                                            </p:txEl>
                                          </p:spTgt>
                                        </p:tgtEl>
                                        <p:attrNameLst>
                                          <p:attrName>style.visibility</p:attrName>
                                        </p:attrNameLst>
                                      </p:cBhvr>
                                      <p:to>
                                        <p:strVal val="visible"/>
                                      </p:to>
                                    </p:set>
                                    <p:animEffect transition="in" filter="fade">
                                      <p:cBhvr>
                                        <p:cTn id="53" dur="250"/>
                                        <p:tgtEl>
                                          <p:spTgt spid="74">
                                            <p:txEl>
                                              <p:pRg st="0" end="0"/>
                                            </p:txEl>
                                          </p:spTgt>
                                        </p:tgtEl>
                                      </p:cBhvr>
                                    </p:animEffect>
                                  </p:childTnLst>
                                </p:cTn>
                              </p:par>
                              <p:par>
                                <p:cTn id="54" presetID="10" presetClass="entr" presetSubtype="0" fill="hold" nodeType="with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fade">
                                      <p:cBhvr>
                                        <p:cTn id="56" dur="250"/>
                                        <p:tgtEl>
                                          <p:spTgt spid="50"/>
                                        </p:tgtEl>
                                      </p:cBhvr>
                                    </p:animEffect>
                                  </p:childTnLst>
                                </p:cTn>
                              </p:par>
                            </p:childTnLst>
                          </p:cTn>
                        </p:par>
                        <p:par>
                          <p:cTn id="57" fill="hold">
                            <p:stCondLst>
                              <p:cond delay="1500"/>
                            </p:stCondLst>
                            <p:childTnLst>
                              <p:par>
                                <p:cTn id="58" presetID="10" presetClass="entr" presetSubtype="0" fill="hold" grpId="0" nodeType="after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fade">
                                      <p:cBhvr>
                                        <p:cTn id="60" dur="250"/>
                                        <p:tgtEl>
                                          <p:spTgt spid="68"/>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75">
                                            <p:txEl>
                                              <p:pRg st="0" end="0"/>
                                            </p:txEl>
                                          </p:spTgt>
                                        </p:tgtEl>
                                        <p:attrNameLst>
                                          <p:attrName>style.visibility</p:attrName>
                                        </p:attrNameLst>
                                      </p:cBhvr>
                                      <p:to>
                                        <p:strVal val="visible"/>
                                      </p:to>
                                    </p:set>
                                    <p:animEffect transition="in" filter="fade">
                                      <p:cBhvr>
                                        <p:cTn id="63" dur="250"/>
                                        <p:tgtEl>
                                          <p:spTgt spid="75">
                                            <p:txEl>
                                              <p:pRg st="0" end="0"/>
                                            </p:txEl>
                                          </p:spTgt>
                                        </p:tgtEl>
                                      </p:cBhvr>
                                    </p:animEffect>
                                  </p:childTnLst>
                                </p:cTn>
                              </p:par>
                              <p:par>
                                <p:cTn id="64" presetID="10" presetClass="entr" presetSubtype="0" fill="hold" nodeType="withEffect">
                                  <p:stCondLst>
                                    <p:cond delay="0"/>
                                  </p:stCondLst>
                                  <p:childTnLst>
                                    <p:set>
                                      <p:cBhvr>
                                        <p:cTn id="65" dur="1" fill="hold">
                                          <p:stCondLst>
                                            <p:cond delay="0"/>
                                          </p:stCondLst>
                                        </p:cTn>
                                        <p:tgtEl>
                                          <p:spTgt spid="54"/>
                                        </p:tgtEl>
                                        <p:attrNameLst>
                                          <p:attrName>style.visibility</p:attrName>
                                        </p:attrNameLst>
                                      </p:cBhvr>
                                      <p:to>
                                        <p:strVal val="visible"/>
                                      </p:to>
                                    </p:set>
                                    <p:animEffect transition="in" filter="fade">
                                      <p:cBhvr>
                                        <p:cTn id="66" dur="25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61" grpId="0" build="p">
        <p:tmplLst>
          <p:tmpl lvl="1">
            <p:tnLst>
              <p:par>
                <p:cTn presetID="1" presetClass="entr" presetSubtype="0" fill="hold" nodeType="afterEffect">
                  <p:stCondLst>
                    <p:cond delay="0"/>
                  </p:stCondLst>
                  <p:childTnLst>
                    <p:set>
                      <p:cBhvr>
                        <p:cTn dur="1" fill="hold">
                          <p:stCondLst>
                            <p:cond delay="249"/>
                          </p:stCondLst>
                        </p:cTn>
                        <p:tgtEl>
                          <p:spTgt spid="61"/>
                        </p:tgtEl>
                        <p:attrNameLst>
                          <p:attrName>style.visibility</p:attrName>
                        </p:attrNameLst>
                      </p:cBhvr>
                      <p:to>
                        <p:strVal val="visible"/>
                      </p:to>
                    </p:set>
                  </p:childTnLst>
                </p:cTn>
              </p:par>
            </p:tnLst>
          </p:tmpl>
        </p:tmplLst>
      </p:bldP>
      <p:bldP spid="64" grpId="0"/>
      <p:bldP spid="65" grpId="0"/>
      <p:bldP spid="66" grpId="0"/>
      <p:bldP spid="67" grpId="0"/>
      <p:bldP spid="68" grpId="0"/>
      <p:bldP spid="70" grpId="0" build="p">
        <p:tmplLst>
          <p:tmpl lvl="1">
            <p:tnLst>
              <p:par>
                <p:cTn presetID="10" presetClass="entr" presetSubtype="0" fill="hold" nodeType="withEffect">
                  <p:stCondLst>
                    <p:cond delay="0"/>
                  </p:stCondLst>
                  <p:childTnLst>
                    <p:set>
                      <p:cBhvr>
                        <p:cTn dur="1" fill="hold">
                          <p:stCondLst>
                            <p:cond delay="0"/>
                          </p:stCondLst>
                        </p:cTn>
                        <p:tgtEl>
                          <p:spTgt spid="70"/>
                        </p:tgtEl>
                        <p:attrNameLst>
                          <p:attrName>style.visibility</p:attrName>
                        </p:attrNameLst>
                      </p:cBhvr>
                      <p:to>
                        <p:strVal val="visible"/>
                      </p:to>
                    </p:set>
                    <p:animEffect transition="in" filter="fade">
                      <p:cBhvr>
                        <p:cTn dur="250"/>
                        <p:tgtEl>
                          <p:spTgt spid="70"/>
                        </p:tgtEl>
                      </p:cBhvr>
                    </p:animEffect>
                  </p:childTnLst>
                </p:cTn>
              </p:par>
            </p:tnLst>
          </p:tmpl>
        </p:tmplLst>
      </p:bldP>
      <p:bldP spid="71" grpId="0" build="p"/>
      <p:bldP spid="72" grpId="0" build="p"/>
      <p:bldP spid="73" grpId="0" build="p"/>
      <p:bldP spid="74" grpId="0" build="p"/>
      <p:bldP spid="75" grpId="0" bui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C543-D4C5-4796-9BB5-C379FFB35B42}"/>
              </a:ext>
            </a:extLst>
          </p:cNvPr>
          <p:cNvSpPr>
            <a:spLocks noGrp="1"/>
          </p:cNvSpPr>
          <p:nvPr>
            <p:ph type="title" hasCustomPrompt="1"/>
          </p:nvPr>
        </p:nvSpPr>
        <p:spPr/>
        <p:txBody>
          <a:bodyPr/>
          <a:lstStyle/>
          <a:p>
            <a:r>
              <a:rPr lang="en-US" dirty="0"/>
              <a:t>CLICK TO EDIT MASTER TITLE STYLE</a:t>
            </a:r>
            <a:endParaRPr lang="en-GB" dirty="0"/>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sp>
        <p:nvSpPr>
          <p:cNvPr id="61" name="Text Placeholder 60">
            <a:extLst>
              <a:ext uri="{FF2B5EF4-FFF2-40B4-BE49-F238E27FC236}">
                <a16:creationId xmlns:a16="http://schemas.microsoft.com/office/drawing/2014/main" id="{1AB26331-9179-4313-8813-C18952F103CE}"/>
              </a:ext>
            </a:extLst>
          </p:cNvPr>
          <p:cNvSpPr>
            <a:spLocks noGrp="1"/>
          </p:cNvSpPr>
          <p:nvPr userDrawn="1">
            <p:ph type="body" sz="quarter" idx="13" hasCustomPrompt="1"/>
          </p:nvPr>
        </p:nvSpPr>
        <p:spPr>
          <a:xfrm>
            <a:off x="382588" y="829930"/>
            <a:ext cx="6799262" cy="301588"/>
          </a:xfrm>
        </p:spPr>
        <p:txBody>
          <a:bodyPr>
            <a:normAutofit/>
          </a:bodyPr>
          <a:lstStyle>
            <a:lvl1pPr marL="0" indent="0">
              <a:buNone/>
              <a:defRPr sz="1600"/>
            </a:lvl1pPr>
          </a:lstStyle>
          <a:p>
            <a:pPr lvl="0"/>
            <a:r>
              <a:rPr lang="en-US" dirty="0"/>
              <a:t>Click to edit </a:t>
            </a:r>
            <a:r>
              <a:rPr lang="en-US" dirty="0" err="1"/>
              <a:t>Subheader</a:t>
            </a:r>
            <a:endParaRPr lang="en-US" dirty="0"/>
          </a:p>
        </p:txBody>
      </p:sp>
      <p:sp>
        <p:nvSpPr>
          <p:cNvPr id="25" name="Picture Placeholder 62">
            <a:extLst>
              <a:ext uri="{FF2B5EF4-FFF2-40B4-BE49-F238E27FC236}">
                <a16:creationId xmlns:a16="http://schemas.microsoft.com/office/drawing/2014/main" id="{7FB27108-0AE7-43DB-8B4D-D6869E415DC6}"/>
              </a:ext>
            </a:extLst>
          </p:cNvPr>
          <p:cNvSpPr>
            <a:spLocks noGrp="1"/>
          </p:cNvSpPr>
          <p:nvPr>
            <p:ph type="pic" sz="quarter" idx="14" hasCustomPrompt="1"/>
          </p:nvPr>
        </p:nvSpPr>
        <p:spPr>
          <a:xfrm>
            <a:off x="1537626" y="3042497"/>
            <a:ext cx="1107920" cy="773005"/>
          </a:xfrm>
          <a:noFill/>
        </p:spPr>
        <p:txBody>
          <a:bodyPr/>
          <a:lstStyle>
            <a:lvl1pPr marL="0" indent="0" algn="ctr">
              <a:buNone/>
              <a:defRPr>
                <a:solidFill>
                  <a:srgbClr val="002C77"/>
                </a:solidFill>
              </a:defRPr>
            </a:lvl1pPr>
          </a:lstStyle>
          <a:p>
            <a:r>
              <a:rPr lang="en-GB" dirty="0"/>
              <a:t>Add an icon</a:t>
            </a:r>
          </a:p>
        </p:txBody>
      </p:sp>
      <p:cxnSp>
        <p:nvCxnSpPr>
          <p:cNvPr id="26" name="Straight Connector 25">
            <a:extLst>
              <a:ext uri="{FF2B5EF4-FFF2-40B4-BE49-F238E27FC236}">
                <a16:creationId xmlns:a16="http://schemas.microsoft.com/office/drawing/2014/main" id="{B2E6DFBD-1B42-4A6C-8E11-80B1E7209507}"/>
              </a:ext>
            </a:extLst>
          </p:cNvPr>
          <p:cNvCxnSpPr/>
          <p:nvPr userDrawn="1"/>
        </p:nvCxnSpPr>
        <p:spPr>
          <a:xfrm>
            <a:off x="5181823"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855F836-257C-43F7-92F6-39F3DF030BC0}"/>
              </a:ext>
            </a:extLst>
          </p:cNvPr>
          <p:cNvCxnSpPr/>
          <p:nvPr userDrawn="1"/>
        </p:nvCxnSpPr>
        <p:spPr>
          <a:xfrm>
            <a:off x="9045515"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06D6CDA-D5A2-4697-9F74-47FBC3829D33}"/>
              </a:ext>
            </a:extLst>
          </p:cNvPr>
          <p:cNvCxnSpPr/>
          <p:nvPr userDrawn="1"/>
        </p:nvCxnSpPr>
        <p:spPr>
          <a:xfrm>
            <a:off x="1151380" y="4834193"/>
            <a:ext cx="1800000" cy="0"/>
          </a:xfrm>
          <a:prstGeom prst="line">
            <a:avLst/>
          </a:prstGeom>
          <a:ln w="25400">
            <a:solidFill>
              <a:srgbClr val="EDB71E"/>
            </a:solidFill>
          </a:ln>
        </p:spPr>
        <p:style>
          <a:lnRef idx="1">
            <a:schemeClr val="accent1"/>
          </a:lnRef>
          <a:fillRef idx="0">
            <a:schemeClr val="accent1"/>
          </a:fillRef>
          <a:effectRef idx="0">
            <a:schemeClr val="accent1"/>
          </a:effectRef>
          <a:fontRef idx="minor">
            <a:schemeClr val="tx1"/>
          </a:fontRef>
        </p:style>
      </p:cxnSp>
      <p:sp>
        <p:nvSpPr>
          <p:cNvPr id="29" name="Picture Placeholder 62">
            <a:extLst>
              <a:ext uri="{FF2B5EF4-FFF2-40B4-BE49-F238E27FC236}">
                <a16:creationId xmlns:a16="http://schemas.microsoft.com/office/drawing/2014/main" id="{80596D57-4E64-45DA-ABAD-AD295E7D1E8F}"/>
              </a:ext>
            </a:extLst>
          </p:cNvPr>
          <p:cNvSpPr>
            <a:spLocks noGrp="1"/>
          </p:cNvSpPr>
          <p:nvPr>
            <p:ph type="pic" sz="quarter" idx="15" hasCustomPrompt="1"/>
          </p:nvPr>
        </p:nvSpPr>
        <p:spPr>
          <a:xfrm>
            <a:off x="5542040" y="3042497"/>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30" name="Picture Placeholder 62">
            <a:extLst>
              <a:ext uri="{FF2B5EF4-FFF2-40B4-BE49-F238E27FC236}">
                <a16:creationId xmlns:a16="http://schemas.microsoft.com/office/drawing/2014/main" id="{F13A5D06-69CC-4F22-A92C-AE9CE3B35333}"/>
              </a:ext>
            </a:extLst>
          </p:cNvPr>
          <p:cNvSpPr>
            <a:spLocks noGrp="1"/>
          </p:cNvSpPr>
          <p:nvPr>
            <p:ph type="pic" sz="quarter" idx="16" hasCustomPrompt="1"/>
          </p:nvPr>
        </p:nvSpPr>
        <p:spPr>
          <a:xfrm>
            <a:off x="9391555" y="3042497"/>
            <a:ext cx="1107920" cy="773005"/>
          </a:xfrm>
          <a:noFill/>
        </p:spPr>
        <p:txBody>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solidFill>
                  <a:srgbClr val="002C77"/>
                </a:solidFill>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dirty="0"/>
              <a:t>Add an icon</a:t>
            </a:r>
          </a:p>
        </p:txBody>
      </p:sp>
      <p:sp>
        <p:nvSpPr>
          <p:cNvPr id="31" name="Text Placeholder 69">
            <a:extLst>
              <a:ext uri="{FF2B5EF4-FFF2-40B4-BE49-F238E27FC236}">
                <a16:creationId xmlns:a16="http://schemas.microsoft.com/office/drawing/2014/main" id="{A91601A4-8DCD-49D4-8AE2-A9487BBFB257}"/>
              </a:ext>
            </a:extLst>
          </p:cNvPr>
          <p:cNvSpPr>
            <a:spLocks noGrp="1"/>
          </p:cNvSpPr>
          <p:nvPr>
            <p:ph type="body" sz="quarter" idx="20" hasCustomPrompt="1"/>
          </p:nvPr>
        </p:nvSpPr>
        <p:spPr>
          <a:xfrm>
            <a:off x="685370" y="3909164"/>
            <a:ext cx="2812432" cy="744538"/>
          </a:xfrm>
        </p:spPr>
        <p:txBody>
          <a:bodyPr/>
          <a:lstStyle>
            <a:lvl1pPr marL="0" indent="0" algn="ctr">
              <a:buNone/>
              <a:defRPr/>
            </a:lvl1pPr>
          </a:lstStyle>
          <a:p>
            <a:pPr lvl="0"/>
            <a:r>
              <a:rPr lang="en-US" dirty="0"/>
              <a:t>Click to add description</a:t>
            </a:r>
          </a:p>
        </p:txBody>
      </p:sp>
      <p:sp>
        <p:nvSpPr>
          <p:cNvPr id="32" name="Text Placeholder 69">
            <a:extLst>
              <a:ext uri="{FF2B5EF4-FFF2-40B4-BE49-F238E27FC236}">
                <a16:creationId xmlns:a16="http://schemas.microsoft.com/office/drawing/2014/main" id="{7FA8F0E2-8311-4361-8086-0EC4D0BC1C22}"/>
              </a:ext>
            </a:extLst>
          </p:cNvPr>
          <p:cNvSpPr>
            <a:spLocks noGrp="1"/>
          </p:cNvSpPr>
          <p:nvPr>
            <p:ph type="body" sz="quarter" idx="21" hasCustomPrompt="1"/>
          </p:nvPr>
        </p:nvSpPr>
        <p:spPr>
          <a:xfrm>
            <a:off x="4675607" y="3909164"/>
            <a:ext cx="2812432" cy="744538"/>
          </a:xfrm>
        </p:spPr>
        <p:txBody>
          <a:bodyPr/>
          <a:lstStyle>
            <a:lvl1pPr marL="0" indent="0" algn="ctr">
              <a:buNone/>
              <a:defRPr/>
            </a:lvl1pPr>
          </a:lstStyle>
          <a:p>
            <a:pPr lvl="0"/>
            <a:r>
              <a:rPr lang="en-US" dirty="0"/>
              <a:t>Click to add description</a:t>
            </a:r>
          </a:p>
        </p:txBody>
      </p:sp>
      <p:sp>
        <p:nvSpPr>
          <p:cNvPr id="33" name="Text Placeholder 69">
            <a:extLst>
              <a:ext uri="{FF2B5EF4-FFF2-40B4-BE49-F238E27FC236}">
                <a16:creationId xmlns:a16="http://schemas.microsoft.com/office/drawing/2014/main" id="{7C1B3366-43D3-4B1E-A23E-1896244841C3}"/>
              </a:ext>
            </a:extLst>
          </p:cNvPr>
          <p:cNvSpPr>
            <a:spLocks noGrp="1"/>
          </p:cNvSpPr>
          <p:nvPr>
            <p:ph type="body" sz="quarter" idx="22" hasCustomPrompt="1"/>
          </p:nvPr>
        </p:nvSpPr>
        <p:spPr>
          <a:xfrm>
            <a:off x="8665844" y="3909164"/>
            <a:ext cx="2812432" cy="744538"/>
          </a:xfrm>
        </p:spPr>
        <p:txBody>
          <a:bodyPr/>
          <a:lstStyle>
            <a:lvl1pPr marL="0" indent="0" algn="ctr">
              <a:buNone/>
              <a:defRPr/>
            </a:lvl1pPr>
          </a:lstStyle>
          <a:p>
            <a:pPr lvl="0"/>
            <a:r>
              <a:rPr lang="en-US" dirty="0"/>
              <a:t>Click to add description</a:t>
            </a:r>
          </a:p>
        </p:txBody>
      </p:sp>
    </p:spTree>
    <p:extLst>
      <p:ext uri="{BB962C8B-B14F-4D97-AF65-F5344CB8AC3E}">
        <p14:creationId xmlns:p14="http://schemas.microsoft.com/office/powerpoint/2010/main" val="3435510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249"/>
                                          </p:stCondLst>
                                        </p:cTn>
                                        <p:tgtEl>
                                          <p:spTgt spid="61">
                                            <p:txEl>
                                              <p:pRg st="0" end="0"/>
                                            </p:txEl>
                                          </p:spTgt>
                                        </p:tgtEl>
                                        <p:attrNameLst>
                                          <p:attrName>style.visibility</p:attrName>
                                        </p:attrNameLst>
                                      </p:cBhvr>
                                      <p:to>
                                        <p:strVal val="visible"/>
                                      </p:to>
                                    </p:set>
                                  </p:childTnLst>
                                </p:cTn>
                              </p:par>
                            </p:childTnLst>
                          </p:cTn>
                        </p:par>
                        <p:par>
                          <p:cTn id="7" fill="hold">
                            <p:stCondLst>
                              <p:cond delay="250"/>
                            </p:stCondLst>
                            <p:childTnLst>
                              <p:par>
                                <p:cTn id="8" presetID="10" presetClass="entr" presetSubtype="0" fill="hold" grpId="0" nodeType="after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250"/>
                                        <p:tgtEl>
                                          <p:spTgt spid="25"/>
                                        </p:tgtEl>
                                      </p:cBhvr>
                                    </p:animEffect>
                                  </p:childTnLst>
                                </p:cTn>
                              </p:par>
                              <p:par>
                                <p:cTn id="11" presetID="10"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25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1">
                                            <p:txEl>
                                              <p:pRg st="0" end="0"/>
                                            </p:txEl>
                                          </p:spTgt>
                                        </p:tgtEl>
                                        <p:attrNameLst>
                                          <p:attrName>style.visibility</p:attrName>
                                        </p:attrNameLst>
                                      </p:cBhvr>
                                      <p:to>
                                        <p:strVal val="visible"/>
                                      </p:to>
                                    </p:set>
                                    <p:animEffect transition="in" filter="fade">
                                      <p:cBhvr>
                                        <p:cTn id="16" dur="250"/>
                                        <p:tgtEl>
                                          <p:spTgt spid="31">
                                            <p:txEl>
                                              <p:pRg st="0" end="0"/>
                                            </p:txEl>
                                          </p:spTgt>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29"/>
                                        </p:tgtEl>
                                        <p:attrNameLst>
                                          <p:attrName>style.visibility</p:attrName>
                                        </p:attrNameLst>
                                      </p:cBhvr>
                                      <p:to>
                                        <p:strVal val="visible"/>
                                      </p:to>
                                    </p:set>
                                    <p:animEffect transition="in" filter="fade">
                                      <p:cBhvr>
                                        <p:cTn id="20" dur="250"/>
                                        <p:tgtEl>
                                          <p:spTgt spid="2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xEl>
                                              <p:pRg st="0" end="0"/>
                                            </p:txEl>
                                          </p:spTgt>
                                        </p:tgtEl>
                                        <p:attrNameLst>
                                          <p:attrName>style.visibility</p:attrName>
                                        </p:attrNameLst>
                                      </p:cBhvr>
                                      <p:to>
                                        <p:strVal val="visible"/>
                                      </p:to>
                                    </p:set>
                                    <p:animEffect transition="in" filter="fade">
                                      <p:cBhvr>
                                        <p:cTn id="23" dur="250"/>
                                        <p:tgtEl>
                                          <p:spTgt spid="32">
                                            <p:txEl>
                                              <p:pRg st="0" end="0"/>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fade">
                                      <p:cBhvr>
                                        <p:cTn id="26" dur="250"/>
                                        <p:tgtEl>
                                          <p:spTgt spid="26"/>
                                        </p:tgtEl>
                                      </p:cBhvr>
                                    </p:animEffect>
                                  </p:childTnLst>
                                </p:cTn>
                              </p:par>
                            </p:childTnLst>
                          </p:cTn>
                        </p:par>
                        <p:par>
                          <p:cTn id="27" fill="hold">
                            <p:stCondLst>
                              <p:cond delay="750"/>
                            </p:stCondLst>
                            <p:childTnLst>
                              <p:par>
                                <p:cTn id="28" presetID="10" presetClass="entr" presetSubtype="0" fill="hold" grpId="0" nodeType="after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fade">
                                      <p:cBhvr>
                                        <p:cTn id="30" dur="250"/>
                                        <p:tgtEl>
                                          <p:spTgt spid="3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3">
                                            <p:txEl>
                                              <p:pRg st="0" end="0"/>
                                            </p:txEl>
                                          </p:spTgt>
                                        </p:tgtEl>
                                        <p:attrNameLst>
                                          <p:attrName>style.visibility</p:attrName>
                                        </p:attrNameLst>
                                      </p:cBhvr>
                                      <p:to>
                                        <p:strVal val="visible"/>
                                      </p:to>
                                    </p:set>
                                    <p:animEffect transition="in" filter="fade">
                                      <p:cBhvr>
                                        <p:cTn id="33" dur="250"/>
                                        <p:tgtEl>
                                          <p:spTgt spid="33">
                                            <p:txEl>
                                              <p:pRg st="0" end="0"/>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2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build="p">
        <p:tmplLst>
          <p:tmpl lvl="1">
            <p:tnLst>
              <p:par>
                <p:cTn presetID="1" presetClass="entr" presetSubtype="0" fill="hold" nodeType="afterEffect">
                  <p:stCondLst>
                    <p:cond delay="0"/>
                  </p:stCondLst>
                  <p:childTnLst>
                    <p:set>
                      <p:cBhvr>
                        <p:cTn dur="1" fill="hold">
                          <p:stCondLst>
                            <p:cond delay="249"/>
                          </p:stCondLst>
                        </p:cTn>
                        <p:tgtEl>
                          <p:spTgt spid="61"/>
                        </p:tgtEl>
                        <p:attrNameLst>
                          <p:attrName>style.visibility</p:attrName>
                        </p:attrNameLst>
                      </p:cBhvr>
                      <p:to>
                        <p:strVal val="visible"/>
                      </p:to>
                    </p:set>
                  </p:childTnLst>
                </p:cTn>
              </p:par>
            </p:tnLst>
          </p:tmpl>
        </p:tmplLst>
      </p:bldP>
      <p:bldP spid="25" grpId="0"/>
      <p:bldP spid="29" grpId="0"/>
      <p:bldP spid="30" grpId="0"/>
      <p:bldP spid="31" grpId="0" build="p">
        <p:tmplLst>
          <p:tmpl lvl="1">
            <p:tnLst>
              <p:par>
                <p:cTn presetID="10" presetClass="entr" presetSubtype="0" fill="hold" nodeType="withEffect">
                  <p:stCondLst>
                    <p:cond delay="0"/>
                  </p:stCondLst>
                  <p:childTnLst>
                    <p:set>
                      <p:cBhvr>
                        <p:cTn dur="1" fill="hold">
                          <p:stCondLst>
                            <p:cond delay="0"/>
                          </p:stCondLst>
                        </p:cTn>
                        <p:tgtEl>
                          <p:spTgt spid="31"/>
                        </p:tgtEl>
                        <p:attrNameLst>
                          <p:attrName>style.visibility</p:attrName>
                        </p:attrNameLst>
                      </p:cBhvr>
                      <p:to>
                        <p:strVal val="visible"/>
                      </p:to>
                    </p:set>
                    <p:animEffect transition="in" filter="fade">
                      <p:cBhvr>
                        <p:cTn dur="250"/>
                        <p:tgtEl>
                          <p:spTgt spid="31"/>
                        </p:tgtEl>
                      </p:cBhvr>
                    </p:animEffect>
                  </p:childTnLst>
                </p:cTn>
              </p:par>
            </p:tnLst>
          </p:tmpl>
        </p:tmplLst>
      </p:bldP>
      <p:bldP spid="32" grpId="0" build="p"/>
      <p:bldP spid="33" grpId="0" build="p"/>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1C543-D4C5-4796-9BB5-C379FFB35B4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84E61AD-2C33-4707-9D27-D0F5AE01102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42930A-A56D-40DF-B5AC-301B28F38724}"/>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30D11BAF-18E3-4F7B-B62C-54C94AFA340A}"/>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37838362-82F1-4A5D-9CCC-DF83DCCF0C6D}"/>
              </a:ext>
            </a:extLst>
          </p:cNvPr>
          <p:cNvSpPr>
            <a:spLocks noGrp="1"/>
          </p:cNvSpPr>
          <p:nvPr>
            <p:ph type="sldNum" sz="quarter" idx="12"/>
          </p:nvPr>
        </p:nvSpPr>
        <p:spPr>
          <a:xfrm>
            <a:off x="10897985" y="6364663"/>
            <a:ext cx="455815" cy="365125"/>
          </a:xfrm>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332436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0F05C-B75D-4DB0-BA04-FFD79C1C407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C5652ECE-B89B-451D-AAB3-55416C5428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C596EA6-BEDB-4160-90B1-8BBFBF52DE1F}"/>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99438A6F-0A53-49FA-B9DB-D3BD67DCCA01}"/>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4F7CD9CD-3589-4EDD-A762-A60E1977C6CA}"/>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593622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68BE2-9879-4EC1-8A60-C2D061A18CE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D115BC3-F0D6-410E-BA50-0FF4C95C39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903F89B-F41E-4E74-8311-3C0D0639B0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54B338C7-8D11-458E-B0E4-76A42ECC004D}"/>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689896F6-E364-49A8-8462-6FC93572FE6E}"/>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30C1E67C-D5C3-4E01-9DFC-07EBF56A151E}"/>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8622511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11D2D-E857-439E-B45C-936C39D3E10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834F689-245A-4ED1-A96B-28D4E14F00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CFB5BE-1754-4C73-85A2-E44CA0C6A4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1099FA27-5AA5-49A9-BC81-4B24D57556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0B5D0AC-3C1B-40F0-A72A-F41BAE2278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D2F3A0AE-0A91-4C78-8294-BC603CD115F1}"/>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8" name="Footer Placeholder 7">
            <a:extLst>
              <a:ext uri="{FF2B5EF4-FFF2-40B4-BE49-F238E27FC236}">
                <a16:creationId xmlns:a16="http://schemas.microsoft.com/office/drawing/2014/main" id="{53D27831-1EA4-4F07-AC5B-7986B6E74F57}"/>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9" name="Slide Number Placeholder 8">
            <a:extLst>
              <a:ext uri="{FF2B5EF4-FFF2-40B4-BE49-F238E27FC236}">
                <a16:creationId xmlns:a16="http://schemas.microsoft.com/office/drawing/2014/main" id="{BD919C61-ED9F-4A01-A566-37873D46D64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70527606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8970A-2304-4223-B05C-F51CF2926E8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B4CD726-0578-46F5-B3E1-F8411DFFF1C3}"/>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4" name="Footer Placeholder 3">
            <a:extLst>
              <a:ext uri="{FF2B5EF4-FFF2-40B4-BE49-F238E27FC236}">
                <a16:creationId xmlns:a16="http://schemas.microsoft.com/office/drawing/2014/main" id="{2B6F0EEC-1D48-4E86-8AD7-F63005522920}"/>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5" name="Slide Number Placeholder 4">
            <a:extLst>
              <a:ext uri="{FF2B5EF4-FFF2-40B4-BE49-F238E27FC236}">
                <a16:creationId xmlns:a16="http://schemas.microsoft.com/office/drawing/2014/main" id="{D5B362D8-5CBE-4334-AA46-1763DEBDE459}"/>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64762046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5EB3C2-20F5-42CE-BD4B-FD8A1C961829}"/>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3" name="Footer Placeholder 2">
            <a:extLst>
              <a:ext uri="{FF2B5EF4-FFF2-40B4-BE49-F238E27FC236}">
                <a16:creationId xmlns:a16="http://schemas.microsoft.com/office/drawing/2014/main" id="{E510C591-E614-40E1-AF26-6F90EED01FAC}"/>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4" name="Slide Number Placeholder 3">
            <a:extLst>
              <a:ext uri="{FF2B5EF4-FFF2-40B4-BE49-F238E27FC236}">
                <a16:creationId xmlns:a16="http://schemas.microsoft.com/office/drawing/2014/main" id="{2FD7AA01-87B5-46B4-8A3D-9E7359A07EBD}"/>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1375333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2BBFB-8F25-4274-8818-778019E8C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E3A5DFD-5921-4BE6-8FD3-00777F8C1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ADFCFE7-AF08-4F9B-A07D-199619EDEA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D7D94E-AA89-47A7-B95A-A830DCCC1F76}"/>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1D9F6848-F2BC-4513-866A-5743CFCC88B6}"/>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E72388BB-FB4E-46B6-A8FD-DA2C1E0BDBF3}"/>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118169324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35CD-13B8-4DEC-B6E4-BC0623EA8A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230BCE6-3121-4443-8097-259E55169B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79BF8F43-AFE5-4A7E-BF45-8F38468C5C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F84E2A-52B4-4AB2-8CF5-238EECC444D2}"/>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6" name="Footer Placeholder 5">
            <a:extLst>
              <a:ext uri="{FF2B5EF4-FFF2-40B4-BE49-F238E27FC236}">
                <a16:creationId xmlns:a16="http://schemas.microsoft.com/office/drawing/2014/main" id="{551955FA-0632-4971-9044-23AB962DDE1B}"/>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7" name="Slide Number Placeholder 6">
            <a:extLst>
              <a:ext uri="{FF2B5EF4-FFF2-40B4-BE49-F238E27FC236}">
                <a16:creationId xmlns:a16="http://schemas.microsoft.com/office/drawing/2014/main" id="{3DC9EF11-90F2-4ED0-8D70-B86EDABEB7C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8047111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4348B-D9CA-4FF0-A4DC-0A00C012CD2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B28E4FD-D156-4385-9D5F-154CE1C71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8C61F5B6-FFDD-4338-BA9A-C0EABE1F9CA5}"/>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835A685A-8E99-4CE7-A00A-03F237CB4B37}"/>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2F049CA9-B32E-4DCD-953E-8CB03A8FA5EB}"/>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200429466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30F98F-50DA-4B3B-BC78-53E85B3C79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11A0EA9-4EB6-447B-A8B1-CDC58F4EC31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51B3330-9702-4A5E-9B18-EFF9DA493F33}"/>
              </a:ext>
            </a:extLst>
          </p:cNvPr>
          <p:cNvSpPr>
            <a:spLocks noGrp="1"/>
          </p:cNvSpPr>
          <p:nvPr>
            <p:ph type="dt" sz="half" idx="10"/>
          </p:nvPr>
        </p:nvSpPr>
        <p:spPr>
          <a:xfrm>
            <a:off x="838200" y="6356350"/>
            <a:ext cx="2743200" cy="365125"/>
          </a:xfrm>
          <a:prstGeom prst="rect">
            <a:avLst/>
          </a:prstGeom>
        </p:spPr>
        <p:txBody>
          <a:bodyPr/>
          <a:lstStyle>
            <a:lvl1pPr>
              <a:defRPr>
                <a:latin typeface="MetaPro-Normal" panose="02000503040000020004" pitchFamily="50" charset="0"/>
              </a:defRPr>
            </a:lvl1pPr>
          </a:lstStyle>
          <a:p>
            <a:fld id="{B3EAFAF2-7237-44E3-A587-0A1A792B05A9}" type="datetimeFigureOut">
              <a:rPr lang="en-GB" smtClean="0"/>
              <a:pPr/>
              <a:t>10/01/2026</a:t>
            </a:fld>
            <a:endParaRPr lang="en-GB" dirty="0"/>
          </a:p>
        </p:txBody>
      </p:sp>
      <p:sp>
        <p:nvSpPr>
          <p:cNvPr id="5" name="Footer Placeholder 4">
            <a:extLst>
              <a:ext uri="{FF2B5EF4-FFF2-40B4-BE49-F238E27FC236}">
                <a16:creationId xmlns:a16="http://schemas.microsoft.com/office/drawing/2014/main" id="{5B1AD834-E2AE-45B6-8EE3-DFDA775B9C6C}"/>
              </a:ext>
            </a:extLst>
          </p:cNvPr>
          <p:cNvSpPr>
            <a:spLocks noGrp="1"/>
          </p:cNvSpPr>
          <p:nvPr>
            <p:ph type="ftr" sz="quarter" idx="11"/>
          </p:nvPr>
        </p:nvSpPr>
        <p:spPr>
          <a:xfrm>
            <a:off x="4038600" y="6356350"/>
            <a:ext cx="4114800" cy="365125"/>
          </a:xfrm>
          <a:prstGeom prst="rect">
            <a:avLst/>
          </a:prstGeom>
        </p:spPr>
        <p:txBody>
          <a:bodyPr/>
          <a:lstStyle>
            <a:lvl1pPr>
              <a:defRPr>
                <a:latin typeface="MetaPro-Normal" panose="02000503040000020004" pitchFamily="50" charset="0"/>
              </a:defRPr>
            </a:lvl1pPr>
          </a:lstStyle>
          <a:p>
            <a:endParaRPr lang="en-GB" dirty="0"/>
          </a:p>
        </p:txBody>
      </p:sp>
      <p:sp>
        <p:nvSpPr>
          <p:cNvPr id="6" name="Slide Number Placeholder 5">
            <a:extLst>
              <a:ext uri="{FF2B5EF4-FFF2-40B4-BE49-F238E27FC236}">
                <a16:creationId xmlns:a16="http://schemas.microsoft.com/office/drawing/2014/main" id="{1F2B724F-5B33-4B68-935C-C842BE0935FF}"/>
              </a:ext>
            </a:extLst>
          </p:cNvPr>
          <p:cNvSpPr>
            <a:spLocks noGrp="1"/>
          </p:cNvSpPr>
          <p:nvPr>
            <p:ph type="sldNum" sz="quarter" idx="12"/>
          </p:nvPr>
        </p:nvSpPr>
        <p:spPr/>
        <p:txBody>
          <a:bodyPr/>
          <a:lstStyle/>
          <a:p>
            <a:fld id="{8E913856-EC6D-448E-9427-9BACCD9E10C2}" type="slidenum">
              <a:rPr lang="en-GB" smtClean="0"/>
              <a:t>‹#›</a:t>
            </a:fld>
            <a:endParaRPr lang="en-GB" dirty="0"/>
          </a:p>
        </p:txBody>
      </p:sp>
    </p:spTree>
    <p:extLst>
      <p:ext uri="{BB962C8B-B14F-4D97-AF65-F5344CB8AC3E}">
        <p14:creationId xmlns:p14="http://schemas.microsoft.com/office/powerpoint/2010/main" val="55048208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theme" Target="../theme/theme2.xml"/><Relationship Id="rId15"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8EEBE83-9086-68AF-2457-497EE4BD3E31}"/>
              </a:ext>
            </a:extLst>
          </p:cNvPr>
          <p:cNvSpPr>
            <a:spLocks noGrp="1"/>
          </p:cNvSpPr>
          <p:nvPr>
            <p:ph type="dt" sz="half" idx="2"/>
          </p:nvPr>
        </p:nvSpPr>
        <p:spPr>
          <a:xfrm>
            <a:off x="367589" y="6399815"/>
            <a:ext cx="2743200" cy="365068"/>
          </a:xfrm>
          <a:prstGeom prst="rect">
            <a:avLst/>
          </a:prstGeom>
        </p:spPr>
        <p:txBody>
          <a:bodyPr vert="horz" lIns="91440" tIns="45720" rIns="91440" bIns="45720" rtlCol="0" anchor="ctr"/>
          <a:lstStyle>
            <a:lvl1pPr algn="l">
              <a:defRPr sz="800" b="1">
                <a:solidFill>
                  <a:schemeClr val="accent1"/>
                </a:solidFill>
              </a:defRPr>
            </a:lvl1pPr>
          </a:lstStyle>
          <a:p>
            <a:pPr defTabSz="304770"/>
            <a:endParaRPr lang="en-US">
              <a:solidFill>
                <a:srgbClr val="002C77"/>
              </a:solidFill>
            </a:endParaRPr>
          </a:p>
        </p:txBody>
      </p:sp>
      <p:sp>
        <p:nvSpPr>
          <p:cNvPr id="5" name="Footer Placeholder 4">
            <a:extLst>
              <a:ext uri="{FF2B5EF4-FFF2-40B4-BE49-F238E27FC236}">
                <a16:creationId xmlns:a16="http://schemas.microsoft.com/office/drawing/2014/main" id="{B8B090F6-5F84-36D7-2D31-1F6F5ED402C1}"/>
              </a:ext>
            </a:extLst>
          </p:cNvPr>
          <p:cNvSpPr>
            <a:spLocks noGrp="1"/>
          </p:cNvSpPr>
          <p:nvPr>
            <p:ph type="ftr" sz="quarter" idx="3"/>
          </p:nvPr>
        </p:nvSpPr>
        <p:spPr>
          <a:xfrm>
            <a:off x="4038600" y="6399815"/>
            <a:ext cx="4114800" cy="365068"/>
          </a:xfrm>
          <a:prstGeom prst="rect">
            <a:avLst/>
          </a:prstGeom>
        </p:spPr>
        <p:txBody>
          <a:bodyPr vert="horz" lIns="91440" tIns="45720" rIns="91440" bIns="45720" rtlCol="0" anchor="ctr"/>
          <a:lstStyle>
            <a:lvl1pPr algn="ctr">
              <a:defRPr sz="800" b="1">
                <a:solidFill>
                  <a:schemeClr val="accent1"/>
                </a:solidFill>
              </a:defRPr>
            </a:lvl1pPr>
          </a:lstStyle>
          <a:p>
            <a:pPr defTabSz="304770"/>
            <a:endParaRPr lang="en-US">
              <a:solidFill>
                <a:srgbClr val="002C77"/>
              </a:solidFill>
            </a:endParaRPr>
          </a:p>
        </p:txBody>
      </p:sp>
      <p:sp>
        <p:nvSpPr>
          <p:cNvPr id="6" name="Slide Number Placeholder 5">
            <a:extLst>
              <a:ext uri="{FF2B5EF4-FFF2-40B4-BE49-F238E27FC236}">
                <a16:creationId xmlns:a16="http://schemas.microsoft.com/office/drawing/2014/main" id="{45897E31-4D26-1628-F67E-61E73139CF79}"/>
              </a:ext>
            </a:extLst>
          </p:cNvPr>
          <p:cNvSpPr>
            <a:spLocks noGrp="1"/>
          </p:cNvSpPr>
          <p:nvPr>
            <p:ph type="sldNum" sz="quarter" idx="4"/>
          </p:nvPr>
        </p:nvSpPr>
        <p:spPr>
          <a:xfrm>
            <a:off x="9064800" y="6399815"/>
            <a:ext cx="2743200" cy="365068"/>
          </a:xfrm>
          <a:prstGeom prst="rect">
            <a:avLst/>
          </a:prstGeom>
        </p:spPr>
        <p:txBody>
          <a:bodyPr vert="horz" lIns="91440" tIns="45720" rIns="91440" bIns="45720" rtlCol="0" anchor="ctr"/>
          <a:lstStyle>
            <a:lvl1pPr algn="r">
              <a:defRPr sz="800" b="1">
                <a:solidFill>
                  <a:schemeClr val="accent1"/>
                </a:solidFill>
              </a:defRPr>
            </a:lvl1pPr>
          </a:lstStyle>
          <a:p>
            <a:pPr defTabSz="304770"/>
            <a:fld id="{2FC800B2-235B-2F4B-9F28-5A140A5C2736}" type="slidenum">
              <a:rPr lang="en-US" smtClean="0">
                <a:solidFill>
                  <a:srgbClr val="002C77"/>
                </a:solidFill>
              </a:rPr>
              <a:pPr defTabSz="304770"/>
              <a:t>‹#›</a:t>
            </a:fld>
            <a:endParaRPr lang="en-US">
              <a:solidFill>
                <a:srgbClr val="002C77"/>
              </a:solidFill>
            </a:endParaRPr>
          </a:p>
        </p:txBody>
      </p:sp>
      <p:sp>
        <p:nvSpPr>
          <p:cNvPr id="2" name="Title Placeholder 1">
            <a:extLst>
              <a:ext uri="{FF2B5EF4-FFF2-40B4-BE49-F238E27FC236}">
                <a16:creationId xmlns:a16="http://schemas.microsoft.com/office/drawing/2014/main" id="{39C850F6-5A57-0521-D120-D59958D3D59F}"/>
              </a:ext>
            </a:extLst>
          </p:cNvPr>
          <p:cNvSpPr>
            <a:spLocks noGrp="1"/>
          </p:cNvSpPr>
          <p:nvPr>
            <p:ph type="title"/>
          </p:nvPr>
        </p:nvSpPr>
        <p:spPr>
          <a:xfrm>
            <a:off x="381001" y="794327"/>
            <a:ext cx="10598217" cy="436733"/>
          </a:xfrm>
          <a:prstGeom prst="rect">
            <a:avLst/>
          </a:prstGeom>
        </p:spPr>
        <p:txBody>
          <a:bodyPr vert="horz" lIns="0" tIns="45720" rIns="0" bIns="45720" rtlCol="0" anchor="ctr">
            <a:noAutofit/>
          </a:bodyPr>
          <a:lstStyle/>
          <a:p>
            <a:r>
              <a:rPr lang="en-US"/>
              <a:t>Click to edit Master title style</a:t>
            </a:r>
          </a:p>
        </p:txBody>
      </p:sp>
      <p:sp>
        <p:nvSpPr>
          <p:cNvPr id="7" name="Text Placeholder 2">
            <a:extLst>
              <a:ext uri="{FF2B5EF4-FFF2-40B4-BE49-F238E27FC236}">
                <a16:creationId xmlns:a16="http://schemas.microsoft.com/office/drawing/2014/main" id="{B3509D7C-BA36-AD2E-0120-44597B0970C9}"/>
              </a:ext>
            </a:extLst>
          </p:cNvPr>
          <p:cNvSpPr>
            <a:spLocks noGrp="1"/>
          </p:cNvSpPr>
          <p:nvPr>
            <p:ph type="body" idx="1"/>
          </p:nvPr>
        </p:nvSpPr>
        <p:spPr>
          <a:xfrm>
            <a:off x="381000" y="1869314"/>
            <a:ext cx="11430000" cy="4132772"/>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839009392"/>
      </p:ext>
    </p:extLst>
  </p:cSld>
  <p:clrMap bg1="lt1" tx1="dk1" bg2="lt2" tx2="dk2" accent1="accent1" accent2="accent2" accent3="accent3" accent4="accent4" accent5="accent5" accent6="accent6" hlink="hlink" folHlink="folHlink"/>
  <p:sldLayoutIdLst>
    <p:sldLayoutId id="2147483807"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 id="2147483785" r:id="rId18"/>
    <p:sldLayoutId id="2147483786" r:id="rId19"/>
    <p:sldLayoutId id="2147483787" r:id="rId20"/>
    <p:sldLayoutId id="2147483788" r:id="rId21"/>
    <p:sldLayoutId id="2147483789" r:id="rId22"/>
    <p:sldLayoutId id="2147483790" r:id="rId23"/>
    <p:sldLayoutId id="2147483791" r:id="rId24"/>
    <p:sldLayoutId id="2147483792" r:id="rId25"/>
    <p:sldLayoutId id="2147483793" r:id="rId26"/>
    <p:sldLayoutId id="2147483794" r:id="rId27"/>
    <p:sldLayoutId id="2147483795" r:id="rId28"/>
    <p:sldLayoutId id="2147483796" r:id="rId29"/>
    <p:sldLayoutId id="2147483797" r:id="rId30"/>
    <p:sldLayoutId id="2147483798" r:id="rId31"/>
    <p:sldLayoutId id="2147483799" r:id="rId32"/>
    <p:sldLayoutId id="2147483800" r:id="rId33"/>
    <p:sldLayoutId id="2147483801" r:id="rId34"/>
    <p:sldLayoutId id="2147483802" r:id="rId35"/>
    <p:sldLayoutId id="2147483803" r:id="rId36"/>
    <p:sldLayoutId id="2147483804" r:id="rId37"/>
    <p:sldLayoutId id="2147483805" r:id="rId38"/>
  </p:sldLayoutIdLst>
  <p:hf hdr="0" ftr="0" dt="0"/>
  <p:txStyles>
    <p:titleStyle>
      <a:lvl1pPr algn="l" defTabSz="609539" rtl="0" eaLnBrk="1" latinLnBrk="0" hangingPunct="1">
        <a:lnSpc>
          <a:spcPct val="90000"/>
        </a:lnSpc>
        <a:spcBef>
          <a:spcPct val="0"/>
        </a:spcBef>
        <a:buNone/>
        <a:defRPr sz="3200" b="1" kern="1200">
          <a:solidFill>
            <a:schemeClr val="accent1"/>
          </a:solidFill>
          <a:latin typeface="+mj-lt"/>
          <a:ea typeface="+mj-ea"/>
          <a:cs typeface="+mj-cs"/>
        </a:defRPr>
      </a:lvl1pPr>
    </p:titleStyle>
    <p:bodyStyle>
      <a:lvl1pPr marL="0" indent="0" algn="l" defTabSz="609539" rtl="0" eaLnBrk="1" latinLnBrk="0" hangingPunct="1">
        <a:lnSpc>
          <a:spcPct val="90000"/>
        </a:lnSpc>
        <a:spcBef>
          <a:spcPts val="667"/>
        </a:spcBef>
        <a:buClr>
          <a:schemeClr val="accent1"/>
        </a:buClr>
        <a:buFont typeface="Arial" panose="020B0604020202020204" pitchFamily="34" charset="0"/>
        <a:buNone/>
        <a:defRPr sz="1400" b="1" kern="1200">
          <a:solidFill>
            <a:schemeClr val="accent1"/>
          </a:solidFill>
          <a:latin typeface="+mn-lt"/>
          <a:ea typeface="+mn-ea"/>
          <a:cs typeface="+mn-cs"/>
        </a:defRPr>
      </a:lvl1pPr>
      <a:lvl2pPr marL="0" indent="0" algn="l" defTabSz="609539" rtl="0" eaLnBrk="1" latinLnBrk="0" hangingPunct="1">
        <a:lnSpc>
          <a:spcPct val="100000"/>
        </a:lnSpc>
        <a:spcBef>
          <a:spcPts val="0"/>
        </a:spcBef>
        <a:buClrTx/>
        <a:buFont typeface="Arial" panose="020B0604020202020204" pitchFamily="34" charset="0"/>
        <a:buNone/>
        <a:defRPr sz="1100" kern="1200">
          <a:solidFill>
            <a:schemeClr val="tx1"/>
          </a:solidFill>
          <a:latin typeface="+mn-lt"/>
          <a:ea typeface="+mn-ea"/>
          <a:cs typeface="+mn-cs"/>
        </a:defRPr>
      </a:lvl2pPr>
      <a:lvl3pPr marL="143919" indent="-143919" algn="l" defTabSz="609539" rtl="0" eaLnBrk="1" latinLnBrk="0" hangingPunct="1">
        <a:lnSpc>
          <a:spcPct val="100000"/>
        </a:lnSpc>
        <a:spcBef>
          <a:spcPts val="333"/>
        </a:spcBef>
        <a:buClrTx/>
        <a:buFont typeface="Arial" panose="020B0604020202020204" pitchFamily="34" charset="0"/>
        <a:buChar char="•"/>
        <a:defRPr sz="1100" kern="1200">
          <a:solidFill>
            <a:schemeClr val="tx1"/>
          </a:solidFill>
          <a:latin typeface="+mn-lt"/>
          <a:ea typeface="+mn-ea"/>
          <a:cs typeface="+mn-cs"/>
        </a:defRPr>
      </a:lvl3pPr>
      <a:lvl4pPr marL="287971" indent="-143986" algn="l" defTabSz="609539" rtl="0" eaLnBrk="1" latinLnBrk="0" hangingPunct="1">
        <a:lnSpc>
          <a:spcPct val="100000"/>
        </a:lnSpc>
        <a:spcBef>
          <a:spcPts val="333"/>
        </a:spcBef>
        <a:buClr>
          <a:schemeClr val="accent1"/>
        </a:buClr>
        <a:buFont typeface="System Font Regular"/>
        <a:buChar char="−"/>
        <a:defRPr sz="1100" kern="1200">
          <a:solidFill>
            <a:schemeClr val="tx1"/>
          </a:solidFill>
          <a:latin typeface="+mn-lt"/>
          <a:ea typeface="+mn-ea"/>
          <a:cs typeface="+mn-cs"/>
        </a:defRPr>
      </a:lvl4pPr>
      <a:lvl5pPr marL="1371462" indent="-152385" algn="l" defTabSz="609539" rtl="0" eaLnBrk="1" latinLnBrk="0" hangingPunct="1">
        <a:lnSpc>
          <a:spcPct val="90000"/>
        </a:lnSpc>
        <a:spcBef>
          <a:spcPts val="333"/>
        </a:spcBef>
        <a:buClr>
          <a:schemeClr val="accent1"/>
        </a:buClr>
        <a:buFont typeface="System Font Regular"/>
        <a:buChar char="−"/>
        <a:defRPr sz="1067" kern="1200">
          <a:solidFill>
            <a:schemeClr val="tx1"/>
          </a:solidFill>
          <a:latin typeface="+mn-lt"/>
          <a:ea typeface="+mn-ea"/>
          <a:cs typeface="+mn-cs"/>
        </a:defRPr>
      </a:lvl5pPr>
      <a:lvl6pPr marL="1676232"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6pPr>
      <a:lvl7pPr marL="1981002"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7pPr>
      <a:lvl8pPr marL="2285771"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8pPr>
      <a:lvl9pPr marL="2590541" indent="-152385" algn="l" defTabSz="609539" rtl="0" eaLnBrk="1" latinLnBrk="0" hangingPunct="1">
        <a:lnSpc>
          <a:spcPct val="90000"/>
        </a:lnSpc>
        <a:spcBef>
          <a:spcPts val="333"/>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609539" rtl="0" eaLnBrk="1" latinLnBrk="0" hangingPunct="1">
        <a:defRPr sz="120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199">
          <p15:clr>
            <a:srgbClr val="F26B43"/>
          </p15:clr>
        </p15:guide>
        <p15:guide id="4" orient="horz" pos="2084">
          <p15:clr>
            <a:srgbClr val="F26B43"/>
          </p15:clr>
        </p15:guide>
        <p15:guide id="6" orient="horz" pos="360">
          <p15:clr>
            <a:srgbClr val="F26B43"/>
          </p15:clr>
        </p15:guide>
        <p15:guide id="7" orient="horz" pos="2674">
          <p15:clr>
            <a:srgbClr val="F26B43"/>
          </p15:clr>
        </p15:guide>
        <p15:guide id="8" orient="horz" pos="6257">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descr="A picture containing drawing&#10;&#10;Description automatically generated">
            <a:extLst>
              <a:ext uri="{FF2B5EF4-FFF2-40B4-BE49-F238E27FC236}">
                <a16:creationId xmlns:a16="http://schemas.microsoft.com/office/drawing/2014/main" id="{BD9ADBC1-B9FC-4B1B-9E6B-E569BC6FB4B7}"/>
              </a:ext>
            </a:extLst>
          </p:cNvPr>
          <p:cNvPicPr>
            <a:picLocks noChangeAspect="1"/>
          </p:cNvPicPr>
          <p:nvPr userDrawn="1"/>
        </p:nvPicPr>
        <p:blipFill>
          <a:blip r:embed="rId15" cstate="print">
            <a:extLst>
              <a:ext uri="{28A0092B-C50C-407E-A947-70E740481C1C}">
                <a14:useLocalDpi xmlns:a14="http://schemas.microsoft.com/office/drawing/2010/main"/>
              </a:ext>
            </a:extLst>
          </a:blip>
          <a:stretch>
            <a:fillRect/>
          </a:stretch>
        </p:blipFill>
        <p:spPr>
          <a:xfrm>
            <a:off x="11066083" y="85232"/>
            <a:ext cx="893853" cy="328988"/>
          </a:xfrm>
          <a:prstGeom prst="rect">
            <a:avLst/>
          </a:prstGeom>
        </p:spPr>
      </p:pic>
      <p:sp>
        <p:nvSpPr>
          <p:cNvPr id="3" name="Text Placeholder 2">
            <a:extLst>
              <a:ext uri="{FF2B5EF4-FFF2-40B4-BE49-F238E27FC236}">
                <a16:creationId xmlns:a16="http://schemas.microsoft.com/office/drawing/2014/main" id="{5486E81E-755E-40B4-B57A-E890B60F963B}"/>
              </a:ext>
            </a:extLst>
          </p:cNvPr>
          <p:cNvSpPr>
            <a:spLocks noGrp="1"/>
          </p:cNvSpPr>
          <p:nvPr>
            <p:ph type="body" idx="1"/>
          </p:nvPr>
        </p:nvSpPr>
        <p:spPr>
          <a:xfrm>
            <a:off x="382385" y="1069166"/>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Slide Number Placeholder 5">
            <a:extLst>
              <a:ext uri="{FF2B5EF4-FFF2-40B4-BE49-F238E27FC236}">
                <a16:creationId xmlns:a16="http://schemas.microsoft.com/office/drawing/2014/main" id="{3C6A3783-D47D-4620-B9B6-74B034A93F04}"/>
              </a:ext>
            </a:extLst>
          </p:cNvPr>
          <p:cNvSpPr>
            <a:spLocks noGrp="1"/>
          </p:cNvSpPr>
          <p:nvPr>
            <p:ph type="sldNum" sz="quarter" idx="4"/>
          </p:nvPr>
        </p:nvSpPr>
        <p:spPr>
          <a:xfrm>
            <a:off x="11504122" y="6364663"/>
            <a:ext cx="455815" cy="365125"/>
          </a:xfrm>
          <a:prstGeom prst="rect">
            <a:avLst/>
          </a:prstGeom>
        </p:spPr>
        <p:txBody>
          <a:bodyPr vert="horz" lIns="91440" tIns="45720" rIns="91440" bIns="45720" rtlCol="0" anchor="ctr"/>
          <a:lstStyle>
            <a:lvl1pPr algn="ctr">
              <a:defRPr sz="1000">
                <a:solidFill>
                  <a:schemeClr val="tx1">
                    <a:lumMod val="75000"/>
                    <a:lumOff val="25000"/>
                  </a:schemeClr>
                </a:solidFill>
                <a:latin typeface="MetaPro-Normal" panose="02000503040000020004" pitchFamily="2" charset="0"/>
              </a:defRPr>
            </a:lvl1pPr>
          </a:lstStyle>
          <a:p>
            <a:fld id="{8E913856-EC6D-448E-9427-9BACCD9E10C2}" type="slidenum">
              <a:rPr lang="en-GB" smtClean="0"/>
              <a:pPr/>
              <a:t>‹#›</a:t>
            </a:fld>
            <a:endParaRPr lang="en-GB" dirty="0"/>
          </a:p>
        </p:txBody>
      </p:sp>
      <p:sp>
        <p:nvSpPr>
          <p:cNvPr id="2" name="Title Placeholder 1">
            <a:extLst>
              <a:ext uri="{FF2B5EF4-FFF2-40B4-BE49-F238E27FC236}">
                <a16:creationId xmlns:a16="http://schemas.microsoft.com/office/drawing/2014/main" id="{0B07654C-02A0-4751-B3EF-F6DE296885B0}"/>
              </a:ext>
            </a:extLst>
          </p:cNvPr>
          <p:cNvSpPr>
            <a:spLocks noGrp="1"/>
          </p:cNvSpPr>
          <p:nvPr>
            <p:ph type="title"/>
          </p:nvPr>
        </p:nvSpPr>
        <p:spPr>
          <a:xfrm>
            <a:off x="382385" y="172857"/>
            <a:ext cx="9767455" cy="290003"/>
          </a:xfrm>
          <a:prstGeom prst="rect">
            <a:avLst/>
          </a:prstGeom>
        </p:spPr>
        <p:txBody>
          <a:bodyPr vert="horz" lIns="91440" tIns="45720" rIns="91440" bIns="45720" rtlCol="0" anchor="t">
            <a:normAutofit/>
          </a:bodyPr>
          <a:lstStyle/>
          <a:p>
            <a:r>
              <a:rPr lang="en-US" dirty="0"/>
              <a:t>CLICK TO EDIT MASTER TITLE STYLE</a:t>
            </a:r>
            <a:endParaRPr lang="en-GB" dirty="0"/>
          </a:p>
        </p:txBody>
      </p:sp>
      <p:cxnSp>
        <p:nvCxnSpPr>
          <p:cNvPr id="10" name="Straight Connector 9">
            <a:extLst>
              <a:ext uri="{FF2B5EF4-FFF2-40B4-BE49-F238E27FC236}">
                <a16:creationId xmlns:a16="http://schemas.microsoft.com/office/drawing/2014/main" id="{2972C50E-7F28-4145-AE89-9C6D746D9525}"/>
              </a:ext>
            </a:extLst>
          </p:cNvPr>
          <p:cNvCxnSpPr>
            <a:cxnSpLocks/>
          </p:cNvCxnSpPr>
          <p:nvPr userDrawn="1"/>
        </p:nvCxnSpPr>
        <p:spPr>
          <a:xfrm>
            <a:off x="0" y="6533803"/>
            <a:ext cx="11499860" cy="0"/>
          </a:xfrm>
          <a:prstGeom prst="line">
            <a:avLst/>
          </a:prstGeom>
          <a:ln w="9525">
            <a:solidFill>
              <a:schemeClr val="tx1">
                <a:lumMod val="75000"/>
                <a:lumOff val="25000"/>
              </a:schemeClr>
            </a:solidFill>
            <a:headEnd type="none"/>
            <a:tailEnd type="oval" w="sm" len="sm"/>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D6670DED-A389-43F5-96CA-9B6BBD9DFFD1}"/>
              </a:ext>
            </a:extLst>
          </p:cNvPr>
          <p:cNvSpPr/>
          <p:nvPr userDrawn="1"/>
        </p:nvSpPr>
        <p:spPr>
          <a:xfrm>
            <a:off x="0" y="0"/>
            <a:ext cx="108000" cy="900000"/>
          </a:xfrm>
          <a:prstGeom prst="rect">
            <a:avLst/>
          </a:prstGeom>
          <a:solidFill>
            <a:srgbClr val="EDB7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MetaPro-Normal" panose="02000503040000020004" pitchFamily="50" charset="0"/>
            </a:endParaRPr>
          </a:p>
        </p:txBody>
      </p:sp>
    </p:spTree>
    <p:extLst>
      <p:ext uri="{BB962C8B-B14F-4D97-AF65-F5344CB8AC3E}">
        <p14:creationId xmlns:p14="http://schemas.microsoft.com/office/powerpoint/2010/main" val="3992785906"/>
      </p:ext>
    </p:extLst>
  </p:cSld>
  <p:clrMap bg1="lt1" tx1="dk1" bg2="lt2" tx2="dk2" accent1="accent1" accent2="accent2" accent3="accent3" accent4="accent4" accent5="accent5" accent6="accent6" hlink="hlink" folHlink="folHlink"/>
  <p:sldLayoutIdLst>
    <p:sldLayoutId id="2147483810" r:id="rId1"/>
    <p:sldLayoutId id="2147483811" r:id="rId2"/>
    <p:sldLayoutId id="2147483812" r:id="rId3"/>
    <p:sldLayoutId id="2147483813" r:id="rId4"/>
    <p:sldLayoutId id="2147483814" r:id="rId5"/>
    <p:sldLayoutId id="2147483815" r:id="rId6"/>
    <p:sldLayoutId id="2147483816" r:id="rId7"/>
    <p:sldLayoutId id="2147483817" r:id="rId8"/>
    <p:sldLayoutId id="2147483818" r:id="rId9"/>
    <p:sldLayoutId id="2147483819" r:id="rId10"/>
    <p:sldLayoutId id="2147483820" r:id="rId11"/>
    <p:sldLayoutId id="2147483821" r:id="rId12"/>
    <p:sldLayoutId id="2147483822"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69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1000" fill="hold"/>
                                        <p:tgtEl>
                                          <p:spTgt spid="9"/>
                                        </p:tgtEl>
                                        <p:attrNameLst>
                                          <p:attrName>ppt_x</p:attrName>
                                        </p:attrNameLst>
                                      </p:cBhvr>
                                      <p:tavLst>
                                        <p:tav tm="0">
                                          <p:val>
                                            <p:strVal val="#ppt_x"/>
                                          </p:val>
                                        </p:tav>
                                        <p:tav tm="100000">
                                          <p:val>
                                            <p:strVal val="#ppt_x"/>
                                          </p:val>
                                        </p:tav>
                                      </p:tavLst>
                                    </p:anim>
                                    <p:anim calcmode="lin" valueType="num">
                                      <p:cBhvr additive="base">
                                        <p:cTn id="8" dur="10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txStyles>
    <p:titleStyle>
      <a:lvl1pPr algn="l" defTabSz="914400" rtl="0" eaLnBrk="1" latinLnBrk="0" hangingPunct="1">
        <a:lnSpc>
          <a:spcPct val="90000"/>
        </a:lnSpc>
        <a:spcBef>
          <a:spcPct val="0"/>
        </a:spcBef>
        <a:buNone/>
        <a:defRPr sz="2400" kern="1200">
          <a:solidFill>
            <a:schemeClr val="tx1">
              <a:lumMod val="75000"/>
              <a:lumOff val="25000"/>
            </a:schemeClr>
          </a:solidFill>
          <a:latin typeface="MetaPro-Normal" panose="02000503040000020004"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etaPro-Normal" panose="02000503040000020004"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8.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393192" y="2743200"/>
            <a:ext cx="11402568" cy="1005840"/>
          </a:xfrm>
        </p:spPr>
        <p:txBody>
          <a:bodyPr/>
          <a:lstStyle/>
          <a:p>
            <a:r>
              <a:rPr sz="4000" b="1"/>
              <a:t>CBM lessons learned and the CBM workshop</a:t>
            </a:r>
          </a:p>
        </p:txBody>
      </p:sp>
      <p:sp>
        <p:nvSpPr>
          <p:cNvPr id="4" name="Subtitle 3"/>
          <p:cNvSpPr>
            <a:spLocks noGrp="1"/>
          </p:cNvSpPr>
          <p:nvPr>
            <p:ph type="subTitle" idx="1"/>
          </p:nvPr>
        </p:nvSpPr>
        <p:spPr>
          <a:xfrm>
            <a:off x="393192" y="3840480"/>
            <a:ext cx="11402568" cy="640080"/>
          </a:xfrm>
        </p:spPr>
        <p:txBody>
          <a:bodyPr/>
          <a:lstStyle/>
          <a:p>
            <a:r>
              <a:rPr sz="2000" b="0"/>
              <a:t>Thursday 22 October 2026  ·  08:00–09:00  ·  WCE SME Workshop, Houston</a:t>
            </a:r>
          </a:p>
        </p:txBody>
      </p:sp>
      <p:sp>
        <p:nvSpPr>
          <p:cNvPr id="5" name="TextBox 4"/>
          <p:cNvSpPr txBox="1"/>
          <p:nvPr/>
        </p:nvSpPr>
        <p:spPr>
          <a:xfrm>
            <a:off x="393192" y="4754880"/>
            <a:ext cx="11402568" cy="822960"/>
          </a:xfrm>
          <a:prstGeom prst="rect">
            <a:avLst/>
          </a:prstGeom>
          <a:noFill/>
        </p:spPr>
        <p:txBody>
          <a:bodyPr wrap="square" lIns="0" rIns="0" tIns="0" bIns="0">
            <a:spAutoFit/>
          </a:bodyPr>
          <a:lstStyle/>
          <a:p>
            <a:pPr algn="l">
              <a:spcAft>
                <a:spcPts val="200"/>
              </a:spcAft>
            </a:pPr>
            <a:r>
              <a:rPr sz="1600" b="0">
                <a:solidFill>
                  <a:srgbClr val="1F2D3D"/>
                </a:solidFill>
              </a:rPr>
              <a:t>Dan Plant, Technical Services – Subsea</a:t>
            </a:r>
          </a:p>
          <a:p>
            <a:pPr algn="l">
              <a:spcAft>
                <a:spcPts val="200"/>
              </a:spcAft>
            </a:pPr>
            <a:r>
              <a:rPr sz="1600" b="0">
                <a:solidFill>
                  <a:srgbClr val="1F2D3D"/>
                </a:solidFill>
              </a:rPr>
              <a:t>With the Subsea Superintendents, Lee Arnold and the group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The hour</a:t>
            </a:r>
          </a:p>
        </p:txBody>
      </p:sp>
      <p:sp>
        <p:nvSpPr>
          <p:cNvPr id="4" name="Text Placeholder 3"/>
          <p:cNvSpPr>
            <a:spLocks noGrp="1"/>
          </p:cNvSpPr>
          <p:nvPr>
            <p:ph type="body" idx="13" sz="quarter"/>
          </p:nvPr>
        </p:nvSpPr>
        <p:spPr>
          <a:xfrm>
            <a:off x="384048" y="1417320"/>
            <a:ext cx="11411712" cy="292608"/>
          </a:xfrm>
        </p:spPr>
        <p:txBody>
          <a:bodyPr/>
          <a:lstStyle/>
          <a:p>
            <a:r>
              <a:rPr sz="1300" b="1">
                <a:solidFill>
                  <a:srgbClr val="5A6472"/>
                </a:solidFill>
              </a:rPr>
              <a:t>What implementation taught us; who signs what, where the record lives, and the one change that removes the most double handling</a:t>
            </a:r>
          </a:p>
        </p:txBody>
      </p:sp>
      <p:graphicFrame>
        <p:nvGraphicFramePr>
          <p:cNvPr id="5" name="Table 4"/>
          <p:cNvGraphicFramePr>
            <a:graphicFrameLocks noGrp="1"/>
          </p:cNvGraphicFramePr>
          <p:nvPr/>
        </p:nvGraphicFramePr>
        <p:xfrm>
          <a:off x="384048" y="1874519"/>
          <a:ext cx="11411711" cy="2852928"/>
        </p:xfrm>
        <a:graphic>
          <a:graphicData uri="http://schemas.openxmlformats.org/drawingml/2006/table">
            <a:tbl>
              <a:tblPr firstRow="1" bandRow="1">
                <a:tableStyleId>{5C22544A-7EE6-4342-B048-85BDC9FD1C3A}</a:tableStyleId>
              </a:tblPr>
              <a:tblGrid>
                <a:gridCol w="1647051"/>
                <a:gridCol w="1529404"/>
                <a:gridCol w="8235256"/>
              </a:tblGrid>
              <a:tr h="475488">
                <a:tc>
                  <a:txBody>
                    <a:bodyPr wrap="square"/>
                    <a:lstStyle/>
                    <a:p>
                      <a:r>
                        <a:rPr sz="1400" b="1">
                          <a:solidFill>
                            <a:srgbClr val="FFFFFF"/>
                          </a:solidFill>
                        </a:rPr>
                        <a:t>Time</a:t>
                      </a:r>
                    </a:p>
                  </a:txBody>
                  <a:tcPr marL="73152" marR="73152" marT="45720" marB="45720" anchor="ctr"/>
                </a:tc>
                <a:tc>
                  <a:txBody>
                    <a:bodyPr wrap="square"/>
                    <a:lstStyle/>
                    <a:p>
                      <a:r>
                        <a:rPr sz="1400" b="1">
                          <a:solidFill>
                            <a:srgbClr val="FFFFFF"/>
                          </a:solidFill>
                        </a:rPr>
                        <a:t>Part</a:t>
                      </a:r>
                    </a:p>
                  </a:txBody>
                  <a:tcPr marL="73152" marR="73152" marT="45720" marB="45720" anchor="ctr"/>
                </a:tc>
                <a:tc>
                  <a:txBody>
                    <a:bodyPr wrap="square"/>
                    <a:lstStyle/>
                    <a:p>
                      <a:r>
                        <a:rPr sz="1400" b="1">
                          <a:solidFill>
                            <a:srgbClr val="FFFFFF"/>
                          </a:solidFill>
                        </a:rPr>
                        <a:t>What we do</a:t>
                      </a:r>
                    </a:p>
                  </a:txBody>
                  <a:tcPr marL="73152" marR="73152" marT="45720" marB="45720" anchor="ctr"/>
                </a:tc>
              </a:tr>
              <a:tr h="475488">
                <a:tc>
                  <a:txBody>
                    <a:bodyPr wrap="square"/>
                    <a:lstStyle/>
                    <a:p>
                      <a:r>
                        <a:rPr sz="1400" b="1">
                          <a:solidFill>
                            <a:srgbClr val="1F2D3D"/>
                          </a:solidFill>
                        </a:rPr>
                        <a:t>08:00–08:05</a:t>
                      </a:r>
                    </a:p>
                  </a:txBody>
                  <a:tcPr marL="73152" marR="73152" marT="45720" marB="45720" anchor="ctr"/>
                </a:tc>
                <a:tc>
                  <a:txBody>
                    <a:bodyPr wrap="square"/>
                    <a:lstStyle/>
                    <a:p>
                      <a:r>
                        <a:rPr sz="1400" b="0">
                          <a:solidFill>
                            <a:srgbClr val="1F2D3D"/>
                          </a:solidFill>
                        </a:rPr>
                        <a:t>Start</a:t>
                      </a:r>
                    </a:p>
                  </a:txBody>
                  <a:tcPr marL="73152" marR="73152" marT="45720" marB="45720" anchor="ctr"/>
                </a:tc>
                <a:tc>
                  <a:txBody>
                    <a:bodyPr wrap="square"/>
                    <a:lstStyle/>
                    <a:p>
                      <a:r>
                        <a:rPr sz="1400" b="0">
                          <a:solidFill>
                            <a:srgbClr val="1F2D3D"/>
                          </a:solidFill>
                        </a:rPr>
                        <a:t>Why CBM, and what we want from the hour</a:t>
                      </a:r>
                    </a:p>
                  </a:txBody>
                  <a:tcPr marL="73152" marR="73152" marT="45720" marB="45720" anchor="ctr"/>
                </a:tc>
              </a:tr>
              <a:tr h="475488">
                <a:tc>
                  <a:txBody>
                    <a:bodyPr wrap="square"/>
                    <a:lstStyle/>
                    <a:p>
                      <a:r>
                        <a:rPr sz="1400" b="1">
                          <a:solidFill>
                            <a:srgbClr val="1F2D3D"/>
                          </a:solidFill>
                        </a:rPr>
                        <a:t>08:05–08:35</a:t>
                      </a:r>
                    </a:p>
                  </a:txBody>
                  <a:tcPr marL="73152" marR="73152" marT="45720" marB="45720" anchor="ctr"/>
                </a:tc>
                <a:tc>
                  <a:txBody>
                    <a:bodyPr wrap="square"/>
                    <a:lstStyle/>
                    <a:p>
                      <a:r>
                        <a:rPr sz="1400" b="0">
                          <a:solidFill>
                            <a:srgbClr val="1F2D3D"/>
                          </a:solidFill>
                        </a:rPr>
                        <a:t>Part 1</a:t>
                      </a:r>
                    </a:p>
                  </a:txBody>
                  <a:tcPr marL="73152" marR="73152" marT="45720" marB="45720" anchor="ctr"/>
                </a:tc>
                <a:tc>
                  <a:txBody>
                    <a:bodyPr wrap="square"/>
                    <a:lstStyle/>
                    <a:p>
                      <a:r>
                        <a:rPr sz="1400" b="0">
                          <a:solidFill>
                            <a:srgbClr val="1F2D3D"/>
                          </a:solidFill>
                        </a:rPr>
                        <a:t>What implementation taught us: the path, the grades, what went wrong, what we fixed</a:t>
                      </a:r>
                    </a:p>
                  </a:txBody>
                  <a:tcPr marL="73152" marR="73152" marT="45720" marB="45720" anchor="ctr"/>
                </a:tc>
              </a:tr>
              <a:tr h="475488">
                <a:tc>
                  <a:txBody>
                    <a:bodyPr wrap="square"/>
                    <a:lstStyle/>
                    <a:p>
                      <a:r>
                        <a:rPr sz="1400" b="1">
                          <a:solidFill>
                            <a:srgbClr val="1F2D3D"/>
                          </a:solidFill>
                        </a:rPr>
                        <a:t>08:35–08:45</a:t>
                      </a:r>
                    </a:p>
                  </a:txBody>
                  <a:tcPr marL="73152" marR="73152" marT="45720" marB="45720" anchor="ctr"/>
                </a:tc>
                <a:tc>
                  <a:txBody>
                    <a:bodyPr wrap="square"/>
                    <a:lstStyle/>
                    <a:p>
                      <a:r>
                        <a:rPr sz="1400" b="0">
                          <a:solidFill>
                            <a:srgbClr val="1F2D3D"/>
                          </a:solidFill>
                        </a:rPr>
                        <a:t>Part 2</a:t>
                      </a:r>
                    </a:p>
                  </a:txBody>
                  <a:tcPr marL="73152" marR="73152" marT="45720" marB="45720" anchor="ctr"/>
                </a:tc>
                <a:tc>
                  <a:txBody>
                    <a:bodyPr wrap="square"/>
                    <a:lstStyle/>
                    <a:p>
                      <a:r>
                        <a:rPr sz="1400" b="0">
                          <a:solidFill>
                            <a:srgbClr val="1F2D3D"/>
                          </a:solidFill>
                        </a:rPr>
                        <a:t>Who signs what, and where the record lives</a:t>
                      </a:r>
                    </a:p>
                  </a:txBody>
                  <a:tcPr marL="73152" marR="73152" marT="45720" marB="45720" anchor="ctr"/>
                </a:tc>
              </a:tr>
              <a:tr h="475488">
                <a:tc>
                  <a:txBody>
                    <a:bodyPr wrap="square"/>
                    <a:lstStyle/>
                    <a:p>
                      <a:r>
                        <a:rPr sz="1400" b="1">
                          <a:solidFill>
                            <a:srgbClr val="1F2D3D"/>
                          </a:solidFill>
                        </a:rPr>
                        <a:t>08:45–08:57</a:t>
                      </a:r>
                    </a:p>
                  </a:txBody>
                  <a:tcPr marL="73152" marR="73152" marT="45720" marB="45720" anchor="ctr"/>
                </a:tc>
                <a:tc>
                  <a:txBody>
                    <a:bodyPr wrap="square"/>
                    <a:lstStyle/>
                    <a:p>
                      <a:r>
                        <a:rPr sz="1400" b="0">
                          <a:solidFill>
                            <a:srgbClr val="1F2D3D"/>
                          </a:solidFill>
                        </a:rPr>
                        <a:t>Part 2</a:t>
                      </a:r>
                    </a:p>
                  </a:txBody>
                  <a:tcPr marL="73152" marR="73152" marT="45720" marB="45720" anchor="ctr"/>
                </a:tc>
                <a:tc>
                  <a:txBody>
                    <a:bodyPr wrap="square"/>
                    <a:lstStyle/>
                    <a:p>
                      <a:r>
                        <a:rPr sz="1400" b="0">
                          <a:solidFill>
                            <a:srgbClr val="1F2D3D"/>
                          </a:solidFill>
                        </a:rPr>
                        <a:t>The one change that removes the most double handling</a:t>
                      </a:r>
                    </a:p>
                  </a:txBody>
                  <a:tcPr marL="73152" marR="73152" marT="45720" marB="45720" anchor="ctr"/>
                </a:tc>
              </a:tr>
              <a:tr h="475488">
                <a:tc>
                  <a:txBody>
                    <a:bodyPr wrap="square"/>
                    <a:lstStyle/>
                    <a:p>
                      <a:r>
                        <a:rPr sz="1400" b="1">
                          <a:solidFill>
                            <a:srgbClr val="1F2D3D"/>
                          </a:solidFill>
                        </a:rPr>
                        <a:t>08:57–09:00</a:t>
                      </a:r>
                    </a:p>
                  </a:txBody>
                  <a:tcPr marL="73152" marR="73152" marT="45720" marB="45720" anchor="ctr"/>
                </a:tc>
                <a:tc>
                  <a:txBody>
                    <a:bodyPr wrap="square"/>
                    <a:lstStyle/>
                    <a:p>
                      <a:r>
                        <a:rPr sz="1400" b="0">
                          <a:solidFill>
                            <a:srgbClr val="1F2D3D"/>
                          </a:solidFill>
                        </a:rPr>
                        <a:t>Close</a:t>
                      </a:r>
                    </a:p>
                  </a:txBody>
                  <a:tcPr marL="73152" marR="73152" marT="45720" marB="45720" anchor="ctr"/>
                </a:tc>
                <a:tc>
                  <a:txBody>
                    <a:bodyPr wrap="square"/>
                    <a:lstStyle/>
                    <a:p>
                      <a:r>
                        <a:rPr sz="1400" b="0">
                          <a:solidFill>
                            <a:srgbClr val="1F2D3D"/>
                          </a:solidFill>
                        </a:rPr>
                        <a:t>Onto the action list, with owners and dates</a:t>
                      </a:r>
                    </a:p>
                  </a:txBody>
                  <a:tcPr marL="73152" marR="73152" marT="45720" marB="45720" anchor="ctr"/>
                </a:tc>
              </a:tr>
            </a:tbl>
          </a:graphicData>
        </a:graphic>
      </p:graphicFrame>
      <p:sp>
        <p:nvSpPr>
          <p:cNvPr id="6" name="Rounded Rectangle 5"/>
          <p:cNvSpPr/>
          <p:nvPr/>
        </p:nvSpPr>
        <p:spPr>
          <a:xfrm>
            <a:off x="384048" y="5257800"/>
            <a:ext cx="11411712" cy="54864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91440" bIns="91440" wrap="square"/>
          <a:lstStyle/>
          <a:p>
            <a:pPr algn="l">
              <a:spcAft>
                <a:spcPts val="400"/>
              </a:spcAft>
            </a:pPr>
            <a:r>
              <a:rPr sz="1600" b="1">
                <a:solidFill>
                  <a:srgbClr val="EDB71E"/>
                </a:solidFill>
              </a:rPr>
              <a:t>Part 2 is yours.  </a:t>
            </a:r>
            <a:r>
              <a:rPr sz="1600" b="0">
                <a:solidFill>
                  <a:srgbClr val="FFFFFF"/>
                </a:solidFill>
              </a:rPr>
              <a:t>Your answers go straight onto the action list.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The CBM path today</a:t>
            </a:r>
          </a:p>
        </p:txBody>
      </p:sp>
      <p:sp>
        <p:nvSpPr>
          <p:cNvPr id="4" name="Text Placeholder 3"/>
          <p:cNvSpPr>
            <a:spLocks noGrp="1"/>
          </p:cNvSpPr>
          <p:nvPr>
            <p:ph type="body" idx="13" sz="quarter"/>
          </p:nvPr>
        </p:nvSpPr>
        <p:spPr>
          <a:xfrm>
            <a:off x="384048" y="1417320"/>
            <a:ext cx="11411712" cy="292608"/>
          </a:xfrm>
        </p:spPr>
        <p:txBody>
          <a:bodyPr/>
          <a:lstStyle/>
          <a:p>
            <a:r>
              <a:rPr sz="1300" b="1">
                <a:solidFill>
                  <a:srgbClr val="5A6472"/>
                </a:solidFill>
              </a:rPr>
              <a:t>From the unit on the rig to NOV, the dashboard and the database: one press</a:t>
            </a:r>
          </a:p>
        </p:txBody>
      </p:sp>
      <p:sp>
        <p:nvSpPr>
          <p:cNvPr id="5" name="Rounded Rectangle 4"/>
          <p:cNvSpPr/>
          <p:nvPr/>
        </p:nvSpPr>
        <p:spPr>
          <a:xfrm>
            <a:off x="384048" y="2331720"/>
            <a:ext cx="2377440" cy="12344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600" b="1">
                <a:solidFill>
                  <a:srgbClr val="002C77"/>
                </a:solidFill>
              </a:rPr>
              <a:t>1  Inspect</a:t>
            </a:r>
          </a:p>
          <a:p>
            <a:pPr algn="l">
              <a:spcAft>
                <a:spcPts val="400"/>
              </a:spcAft>
            </a:pPr>
            <a:r>
              <a:rPr sz="1300" b="0">
                <a:solidFill>
                  <a:srgbClr val="1F2D3D"/>
                </a:solidFill>
              </a:rPr>
              <a:t>SSORT. Grade, photograph, model and serial, test records.</a:t>
            </a:r>
          </a:p>
        </p:txBody>
      </p:sp>
      <p:sp>
        <p:nvSpPr>
          <p:cNvPr id="6" name="Chevron 5"/>
          <p:cNvSpPr/>
          <p:nvPr/>
        </p:nvSpPr>
        <p:spPr>
          <a:xfrm>
            <a:off x="2834640" y="2834639"/>
            <a:ext cx="164592"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072384" y="2331720"/>
            <a:ext cx="2377440" cy="123444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600" b="1">
                <a:solidFill>
                  <a:srgbClr val="002C77"/>
                </a:solidFill>
              </a:rPr>
              <a:t>2  Post</a:t>
            </a:r>
          </a:p>
          <a:p>
            <a:pPr algn="l">
              <a:spcAft>
                <a:spcPts val="400"/>
              </a:spcAft>
            </a:pPr>
            <a:r>
              <a:rPr sz="1300" b="0">
                <a:solidFill>
                  <a:srgbClr val="1F2D3D"/>
                </a:solidFill>
              </a:rPr>
              <a:t>One button: Post to OEM + Dashboard.</a:t>
            </a:r>
          </a:p>
        </p:txBody>
      </p:sp>
      <p:sp>
        <p:nvSpPr>
          <p:cNvPr id="8" name="Chevron 7"/>
          <p:cNvSpPr/>
          <p:nvPr/>
        </p:nvSpPr>
        <p:spPr>
          <a:xfrm>
            <a:off x="5522976" y="2834639"/>
            <a:ext cx="164592" cy="237744"/>
          </a:xfrm>
          <a:prstGeom prst="chevron">
            <a:avLst/>
          </a:prstGeom>
          <a:solidFill>
            <a:srgbClr val="0082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760720" y="2331720"/>
            <a:ext cx="2194560" cy="123444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600" b="1">
                <a:solidFill>
                  <a:srgbClr val="FFFFFF"/>
                </a:solidFill>
              </a:rPr>
              <a:t>3  PostedReports</a:t>
            </a:r>
          </a:p>
          <a:p>
            <a:pPr algn="l">
              <a:spcAft>
                <a:spcPts val="400"/>
              </a:spcAft>
            </a:pPr>
            <a:r>
              <a:rPr sz="1300" b="0">
                <a:solidFill>
                  <a:srgbClr val="FFFFFF"/>
                </a:solidFill>
              </a:rPr>
              <a:t>The master record. Everything else is built from it.</a:t>
            </a:r>
          </a:p>
        </p:txBody>
      </p:sp>
      <p:sp>
        <p:nvSpPr>
          <p:cNvPr id="10" name="Rounded Rectangle 9"/>
          <p:cNvSpPr/>
          <p:nvPr/>
        </p:nvSpPr>
        <p:spPr>
          <a:xfrm>
            <a:off x="8458200" y="1828800"/>
            <a:ext cx="3337560" cy="82296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400" b="1">
                <a:solidFill>
                  <a:srgbClr val="002C77"/>
                </a:solidFill>
              </a:rPr>
              <a:t>NOV email</a:t>
            </a:r>
          </a:p>
          <a:p>
            <a:pPr algn="l">
              <a:spcAft>
                <a:spcPts val="400"/>
              </a:spcAft>
            </a:pPr>
            <a:r>
              <a:rPr sz="1200" b="0">
                <a:solidFill>
                  <a:srgbClr val="1F2D3D"/>
                </a:solidFill>
              </a:rPr>
              <a:t>The report and its test records, as attachments.</a:t>
            </a:r>
          </a:p>
        </p:txBody>
      </p:sp>
      <p:cxnSp>
        <p:nvCxnSpPr>
          <p:cNvPr id="11" name="Connector 10"/>
          <p:cNvCxnSpPr/>
          <p:nvPr/>
        </p:nvCxnSpPr>
        <p:spPr>
          <a:xfrm flipV="1">
            <a:off x="7955279" y="2240280"/>
            <a:ext cx="502921" cy="708659"/>
          </a:xfrm>
          <a:prstGeom prst="line">
            <a:avLst/>
          </a:prstGeom>
          <a:ln w="19050">
            <a:solidFill>
              <a:srgbClr val="0082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458200" y="2788920"/>
            <a:ext cx="3337560" cy="82296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400" b="1">
                <a:solidFill>
                  <a:srgbClr val="002C77"/>
                </a:solidFill>
              </a:rPr>
              <a:t>Dashboard</a:t>
            </a:r>
          </a:p>
          <a:p>
            <a:pPr algn="l">
              <a:spcAft>
                <a:spcPts val="400"/>
              </a:spcAft>
            </a:pPr>
            <a:r>
              <a:rPr sz="1200" b="0">
                <a:solidFill>
                  <a:srgbClr val="1F2D3D"/>
                </a:solidFill>
              </a:rPr>
              <a:t>Heatmap, report viewer, "Sent to NOV" chip.</a:t>
            </a:r>
          </a:p>
        </p:txBody>
      </p:sp>
      <p:cxnSp>
        <p:nvCxnSpPr>
          <p:cNvPr id="13" name="Connector 12"/>
          <p:cNvCxnSpPr/>
          <p:nvPr/>
        </p:nvCxnSpPr>
        <p:spPr>
          <a:xfrm>
            <a:off x="7955279" y="2948939"/>
            <a:ext cx="502921" cy="251461"/>
          </a:xfrm>
          <a:prstGeom prst="line">
            <a:avLst/>
          </a:prstGeom>
          <a:ln w="19050">
            <a:solidFill>
              <a:srgbClr val="0082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458200" y="3749039"/>
            <a:ext cx="3337560" cy="82296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400" b="1">
                <a:solidFill>
                  <a:srgbClr val="002C77"/>
                </a:solidFill>
              </a:rPr>
              <a:t>SACRED DATA</a:t>
            </a:r>
          </a:p>
          <a:p>
            <a:pPr algn="l">
              <a:spcAft>
                <a:spcPts val="400"/>
              </a:spcAft>
            </a:pPr>
            <a:r>
              <a:rPr sz="1200" b="0">
                <a:solidFill>
                  <a:srgbClr val="1F2D3D"/>
                </a:solidFill>
              </a:rPr>
              <a:t>cbm_grades, cbm_usage, oem_copies.</a:t>
            </a:r>
          </a:p>
        </p:txBody>
      </p:sp>
      <p:cxnSp>
        <p:nvCxnSpPr>
          <p:cNvPr id="15" name="Connector 14"/>
          <p:cNvCxnSpPr/>
          <p:nvPr/>
        </p:nvCxnSpPr>
        <p:spPr>
          <a:xfrm>
            <a:off x="7955279" y="2948939"/>
            <a:ext cx="502921" cy="1211581"/>
          </a:xfrm>
          <a:prstGeom prst="line">
            <a:avLst/>
          </a:prstGeom>
          <a:ln w="19050">
            <a:solidFill>
              <a:srgbClr val="0082C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84048" y="3977639"/>
            <a:ext cx="7571231" cy="685800"/>
          </a:xfrm>
          <a:prstGeom prst="roundRect">
            <a:avLst>
              <a:gd name="adj" fmla="val 6000"/>
            </a:avLst>
          </a:prstGeom>
          <a:solidFill>
            <a:srgbClr val="FFFFFF"/>
          </a:solid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91440" bIns="91440" wrap="square"/>
          <a:lstStyle/>
          <a:p>
            <a:pPr algn="l">
              <a:spcAft>
                <a:spcPts val="400"/>
              </a:spcAft>
            </a:pPr>
            <a:r>
              <a:rPr sz="1400" b="1">
                <a:solidFill>
                  <a:srgbClr val="002C77"/>
                </a:solidFill>
              </a:rPr>
              <a:t>Coming:  </a:t>
            </a:r>
            <a:r>
              <a:rPr sz="1400" b="0">
                <a:solidFill>
                  <a:srgbClr val="1F2D3D"/>
                </a:solidFill>
              </a:rPr>
              <a:t>the CBM event PMs from Maximo inside the Argo Navis plan.</a:t>
            </a:r>
          </a:p>
        </p:txBody>
      </p:sp>
      <p:sp>
        <p:nvSpPr>
          <p:cNvPr id="17" name="Rounded Rectangle 16"/>
          <p:cNvSpPr/>
          <p:nvPr/>
        </p:nvSpPr>
        <p:spPr>
          <a:xfrm>
            <a:off x="384048" y="5166360"/>
            <a:ext cx="11411712" cy="54864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91440" bIns="91440" wrap="square"/>
          <a:lstStyle/>
          <a:p>
            <a:pPr algn="l">
              <a:spcAft>
                <a:spcPts val="400"/>
              </a:spcAft>
            </a:pPr>
            <a:r>
              <a:rPr sz="1500" b="1">
                <a:solidFill>
                  <a:srgbClr val="EDB71E"/>
                </a:solidFill>
              </a:rPr>
              <a:t>One press, three copies.  </a:t>
            </a:r>
            <a:r>
              <a:rPr sz="1500" b="0">
                <a:solidFill>
                  <a:srgbClr val="FFFFFF"/>
                </a:solidFill>
              </a:rPr>
              <a:t>The file in PostedReports is the one to trust.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Two kinds of grade on one report</a:t>
            </a:r>
          </a:p>
        </p:txBody>
      </p:sp>
      <p:sp>
        <p:nvSpPr>
          <p:cNvPr id="4" name="Text Placeholder 3"/>
          <p:cNvSpPr>
            <a:spLocks noGrp="1"/>
          </p:cNvSpPr>
          <p:nvPr>
            <p:ph type="body" idx="13" sz="quarter"/>
          </p:nvPr>
        </p:nvSpPr>
        <p:spPr>
          <a:xfrm>
            <a:off x="384048" y="1417320"/>
            <a:ext cx="11411712" cy="292608"/>
          </a:xfrm>
        </p:spPr>
        <p:txBody>
          <a:bodyPr/>
          <a:lstStyle/>
          <a:p>
            <a:r>
              <a:rPr sz="1300" b="1">
                <a:solidFill>
                  <a:srgbClr val="5A6472"/>
                </a:solidFill>
              </a:rPr>
              <a:t>NOV's five-level scale for condition; NOV's pass or fail for tests</a:t>
            </a:r>
          </a:p>
        </p:txBody>
      </p:sp>
      <p:sp>
        <p:nvSpPr>
          <p:cNvPr id="5" name="TextBox 4"/>
          <p:cNvSpPr txBox="1"/>
          <p:nvPr/>
        </p:nvSpPr>
        <p:spPr>
          <a:xfrm>
            <a:off x="384048" y="1828800"/>
            <a:ext cx="5486400" cy="320040"/>
          </a:xfrm>
          <a:prstGeom prst="rect">
            <a:avLst/>
          </a:prstGeom>
          <a:noFill/>
        </p:spPr>
        <p:txBody>
          <a:bodyPr wrap="square" lIns="0" rIns="0" tIns="0" bIns="0">
            <a:spAutoFit/>
          </a:bodyPr>
          <a:lstStyle/>
          <a:p>
            <a:pPr algn="l">
              <a:spcAft>
                <a:spcPts val="400"/>
              </a:spcAft>
            </a:pPr>
            <a:r>
              <a:rPr sz="1600" b="1">
                <a:solidFill>
                  <a:srgbClr val="002C77"/>
                </a:solidFill>
              </a:rPr>
              <a:t>Condition: the inspection tasks</a:t>
            </a:r>
          </a:p>
        </p:txBody>
      </p:sp>
      <p:sp>
        <p:nvSpPr>
          <p:cNvPr id="6" name="Rounded Rectangle 5"/>
          <p:cNvSpPr/>
          <p:nvPr/>
        </p:nvSpPr>
        <p:spPr>
          <a:xfrm>
            <a:off x="384048" y="2286000"/>
            <a:ext cx="457200" cy="438912"/>
          </a:xfrm>
          <a:prstGeom prst="roundRect">
            <a:avLst>
              <a:gd name="adj" fmla="val 6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600" b="1">
                <a:solidFill>
                  <a:srgbClr val="FFFFFF"/>
                </a:solidFill>
              </a:rPr>
              <a:t>1</a:t>
            </a:r>
          </a:p>
        </p:txBody>
      </p:sp>
      <p:sp>
        <p:nvSpPr>
          <p:cNvPr id="7" name="TextBox 6"/>
          <p:cNvSpPr txBox="1"/>
          <p:nvPr/>
        </p:nvSpPr>
        <p:spPr>
          <a:xfrm>
            <a:off x="1005840" y="2286000"/>
            <a:ext cx="4846320" cy="438912"/>
          </a:xfrm>
          <a:prstGeom prst="rect">
            <a:avLst/>
          </a:prstGeom>
          <a:noFill/>
        </p:spPr>
        <p:txBody>
          <a:bodyPr wrap="square" lIns="0" rIns="0" tIns="0" bIns="0" anchor="ctr">
            <a:spAutoFit/>
          </a:bodyPr>
          <a:lstStyle/>
          <a:p>
            <a:pPr algn="l">
              <a:spcAft>
                <a:spcPts val="400"/>
              </a:spcAft>
            </a:pPr>
            <a:r>
              <a:rPr sz="1500" b="0">
                <a:solidFill>
                  <a:srgbClr val="1F2D3D"/>
                </a:solidFill>
              </a:rPr>
              <a:t>As new. No action.</a:t>
            </a:r>
          </a:p>
        </p:txBody>
      </p:sp>
      <p:sp>
        <p:nvSpPr>
          <p:cNvPr id="8" name="Rounded Rectangle 7"/>
          <p:cNvSpPr/>
          <p:nvPr/>
        </p:nvSpPr>
        <p:spPr>
          <a:xfrm>
            <a:off x="384048" y="2834640"/>
            <a:ext cx="457200" cy="438912"/>
          </a:xfrm>
          <a:prstGeom prst="roundRect">
            <a:avLst>
              <a:gd name="adj" fmla="val 6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600" b="1">
                <a:solidFill>
                  <a:srgbClr val="FFFFFF"/>
                </a:solidFill>
              </a:rPr>
              <a:t>2</a:t>
            </a:r>
          </a:p>
        </p:txBody>
      </p:sp>
      <p:sp>
        <p:nvSpPr>
          <p:cNvPr id="9" name="TextBox 8"/>
          <p:cNvSpPr txBox="1"/>
          <p:nvPr/>
        </p:nvSpPr>
        <p:spPr>
          <a:xfrm>
            <a:off x="1005840" y="2834640"/>
            <a:ext cx="4846320" cy="438912"/>
          </a:xfrm>
          <a:prstGeom prst="rect">
            <a:avLst/>
          </a:prstGeom>
          <a:noFill/>
        </p:spPr>
        <p:txBody>
          <a:bodyPr wrap="square" lIns="0" rIns="0" tIns="0" bIns="0" anchor="ctr">
            <a:spAutoFit/>
          </a:bodyPr>
          <a:lstStyle/>
          <a:p>
            <a:pPr algn="l">
              <a:spcAft>
                <a:spcPts val="400"/>
              </a:spcAft>
            </a:pPr>
            <a:r>
              <a:rPr sz="1500" b="0">
                <a:solidFill>
                  <a:srgbClr val="1F2D3D"/>
                </a:solidFill>
              </a:rPr>
              <a:t>Slight wear. No action.</a:t>
            </a:r>
          </a:p>
        </p:txBody>
      </p:sp>
      <p:sp>
        <p:nvSpPr>
          <p:cNvPr id="10" name="Rounded Rectangle 9"/>
          <p:cNvSpPr/>
          <p:nvPr/>
        </p:nvSpPr>
        <p:spPr>
          <a:xfrm>
            <a:off x="384048" y="3383280"/>
            <a:ext cx="457200" cy="438912"/>
          </a:xfrm>
          <a:prstGeom prst="roundRect">
            <a:avLst>
              <a:gd name="adj" fmla="val 6000"/>
            </a:avLst>
          </a:prstGeom>
          <a:solidFill>
            <a:srgbClr val="C88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600" b="1">
                <a:solidFill>
                  <a:srgbClr val="FFFFFF"/>
                </a:solidFill>
              </a:rPr>
              <a:t>3</a:t>
            </a:r>
          </a:p>
        </p:txBody>
      </p:sp>
      <p:sp>
        <p:nvSpPr>
          <p:cNvPr id="11" name="TextBox 10"/>
          <p:cNvSpPr txBox="1"/>
          <p:nvPr/>
        </p:nvSpPr>
        <p:spPr>
          <a:xfrm>
            <a:off x="1005840" y="3383280"/>
            <a:ext cx="4846320" cy="438912"/>
          </a:xfrm>
          <a:prstGeom prst="rect">
            <a:avLst/>
          </a:prstGeom>
          <a:noFill/>
        </p:spPr>
        <p:txBody>
          <a:bodyPr wrap="square" lIns="0" rIns="0" tIns="0" bIns="0" anchor="ctr">
            <a:spAutoFit/>
          </a:bodyPr>
          <a:lstStyle/>
          <a:p>
            <a:pPr algn="l">
              <a:spcAft>
                <a:spcPts val="400"/>
              </a:spcAft>
            </a:pPr>
            <a:r>
              <a:rPr sz="1500" b="0">
                <a:solidFill>
                  <a:srgbClr val="1F2D3D"/>
                </a:solidFill>
              </a:rPr>
              <a:t>Monitor. Acceptable with findings.</a:t>
            </a:r>
          </a:p>
        </p:txBody>
      </p:sp>
      <p:sp>
        <p:nvSpPr>
          <p:cNvPr id="12" name="Rounded Rectangle 11"/>
          <p:cNvSpPr/>
          <p:nvPr/>
        </p:nvSpPr>
        <p:spPr>
          <a:xfrm>
            <a:off x="384048" y="3931920"/>
            <a:ext cx="457200" cy="438912"/>
          </a:xfrm>
          <a:prstGeom prst="roundRect">
            <a:avLst>
              <a:gd name="adj" fmla="val 6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600" b="1">
                <a:solidFill>
                  <a:srgbClr val="FFFFFF"/>
                </a:solidFill>
              </a:rPr>
              <a:t>4</a:t>
            </a:r>
          </a:p>
        </p:txBody>
      </p:sp>
      <p:sp>
        <p:nvSpPr>
          <p:cNvPr id="13" name="TextBox 12"/>
          <p:cNvSpPr txBox="1"/>
          <p:nvPr/>
        </p:nvSpPr>
        <p:spPr>
          <a:xfrm>
            <a:off x="1005840" y="3931920"/>
            <a:ext cx="4846320" cy="438912"/>
          </a:xfrm>
          <a:prstGeom prst="rect">
            <a:avLst/>
          </a:prstGeom>
          <a:noFill/>
        </p:spPr>
        <p:txBody>
          <a:bodyPr wrap="square" lIns="0" rIns="0" tIns="0" bIns="0" anchor="ctr">
            <a:spAutoFit/>
          </a:bodyPr>
          <a:lstStyle/>
          <a:p>
            <a:pPr algn="l">
              <a:spcAft>
                <a:spcPts val="400"/>
              </a:spcAft>
            </a:pPr>
            <a:r>
              <a:rPr sz="1500" b="0">
                <a:solidFill>
                  <a:srgbClr val="1F2D3D"/>
                </a:solidFill>
              </a:rPr>
              <a:t>Poor. Immediate repair.</a:t>
            </a:r>
          </a:p>
        </p:txBody>
      </p:sp>
      <p:sp>
        <p:nvSpPr>
          <p:cNvPr id="14" name="Rounded Rectangle 13"/>
          <p:cNvSpPr/>
          <p:nvPr/>
        </p:nvSpPr>
        <p:spPr>
          <a:xfrm>
            <a:off x="384048" y="4480560"/>
            <a:ext cx="457200" cy="438912"/>
          </a:xfrm>
          <a:prstGeom prst="roundRect">
            <a:avLst>
              <a:gd name="adj" fmla="val 6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600" b="1">
                <a:solidFill>
                  <a:srgbClr val="FFFFFF"/>
                </a:solidFill>
              </a:rPr>
              <a:t>5</a:t>
            </a:r>
          </a:p>
        </p:txBody>
      </p:sp>
      <p:sp>
        <p:nvSpPr>
          <p:cNvPr id="15" name="TextBox 14"/>
          <p:cNvSpPr txBox="1"/>
          <p:nvPr/>
        </p:nvSpPr>
        <p:spPr>
          <a:xfrm>
            <a:off x="1005840" y="4480560"/>
            <a:ext cx="4846320" cy="438912"/>
          </a:xfrm>
          <a:prstGeom prst="rect">
            <a:avLst/>
          </a:prstGeom>
          <a:noFill/>
        </p:spPr>
        <p:txBody>
          <a:bodyPr wrap="square" lIns="0" rIns="0" tIns="0" bIns="0" anchor="ctr">
            <a:spAutoFit/>
          </a:bodyPr>
          <a:lstStyle/>
          <a:p>
            <a:pPr algn="l">
              <a:spcAft>
                <a:spcPts val="400"/>
              </a:spcAft>
            </a:pPr>
            <a:r>
              <a:rPr sz="1500" b="0">
                <a:solidFill>
                  <a:srgbClr val="1F2D3D"/>
                </a:solidFill>
              </a:rPr>
              <a:t>Not fit for continued use.</a:t>
            </a:r>
          </a:p>
        </p:txBody>
      </p:sp>
      <p:sp>
        <p:nvSpPr>
          <p:cNvPr id="16" name="Rounded Rectangle 15"/>
          <p:cNvSpPr/>
          <p:nvPr/>
        </p:nvSpPr>
        <p:spPr>
          <a:xfrm>
            <a:off x="384048" y="5120640"/>
            <a:ext cx="5486400" cy="731520"/>
          </a:xfrm>
          <a:prstGeom prst="roundRect">
            <a:avLst>
              <a:gd name="adj" fmla="val 6000"/>
            </a:avLst>
          </a:prstGeom>
          <a:solidFill>
            <a:srgbClr val="FFFFFF"/>
          </a:solid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91440" bIns="91440" wrap="square"/>
          <a:lstStyle/>
          <a:p>
            <a:pPr algn="l">
              <a:spcAft>
                <a:spcPts val="400"/>
              </a:spcAft>
            </a:pPr>
            <a:r>
              <a:rPr sz="1400" b="1">
                <a:solidFill>
                  <a:srgbClr val="002C77"/>
                </a:solidFill>
              </a:rPr>
              <a:t>Grade 3  </a:t>
            </a:r>
            <a:r>
              <a:rPr sz="1400" b="0">
                <a:solidFill>
                  <a:srgbClr val="1F2D3D"/>
                </a:solidFill>
              </a:rPr>
              <a:t>is where you found something. Put 3 and write what you saw.</a:t>
            </a:r>
          </a:p>
        </p:txBody>
      </p:sp>
      <p:sp>
        <p:nvSpPr>
          <p:cNvPr id="17" name="Rounded Rectangle 16"/>
          <p:cNvSpPr/>
          <p:nvPr/>
        </p:nvSpPr>
        <p:spPr>
          <a:xfrm>
            <a:off x="6309360" y="1828800"/>
            <a:ext cx="5486400" cy="11887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600" b="1">
                <a:solidFill>
                  <a:srgbClr val="002C77"/>
                </a:solidFill>
              </a:rPr>
              <a:t>Tests: pass or fail</a:t>
            </a:r>
          </a:p>
          <a:p>
            <a:pPr algn="l">
              <a:spcAft>
                <a:spcPts val="400"/>
              </a:spcAft>
            </a:pPr>
            <a:r>
              <a:rPr sz="1400" b="0">
                <a:solidFill>
                  <a:srgbClr val="1F2D3D"/>
                </a:solidFill>
              </a:rPr>
              <a:t>No middle grade. Every Testing and Intrusive task, 21 classes (SSORT 156).</a:t>
            </a:r>
          </a:p>
        </p:txBody>
      </p:sp>
      <p:sp>
        <p:nvSpPr>
          <p:cNvPr id="18" name="Rounded Rectangle 17"/>
          <p:cNvSpPr/>
          <p:nvPr/>
        </p:nvSpPr>
        <p:spPr>
          <a:xfrm>
            <a:off x="6309360" y="3200400"/>
            <a:ext cx="2651760" cy="457200"/>
          </a:xfrm>
          <a:prstGeom prst="roundRect">
            <a:avLst>
              <a:gd name="adj" fmla="val 6000"/>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500" b="1">
                <a:solidFill>
                  <a:srgbClr val="FFFFFF"/>
                </a:solidFill>
              </a:rPr>
              <a:t>1   Passed</a:t>
            </a:r>
          </a:p>
        </p:txBody>
      </p:sp>
      <p:sp>
        <p:nvSpPr>
          <p:cNvPr id="19" name="Rounded Rectangle 18"/>
          <p:cNvSpPr/>
          <p:nvPr/>
        </p:nvSpPr>
        <p:spPr>
          <a:xfrm>
            <a:off x="9144000" y="3200400"/>
            <a:ext cx="2651760" cy="457200"/>
          </a:xfrm>
          <a:prstGeom prst="roundRect">
            <a:avLst>
              <a:gd name="adj" fmla="val 6000"/>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500" b="1">
                <a:solidFill>
                  <a:srgbClr val="FFFFFF"/>
                </a:solidFill>
              </a:rPr>
              <a:t>5   Failed</a:t>
            </a:r>
          </a:p>
        </p:txBody>
      </p:sp>
      <p:pic>
        <p:nvPicPr>
          <p:cNvPr id="20" name="Picture 19" descr="19-crop2.png"/>
          <p:cNvPicPr>
            <a:picLocks noChangeAspect="1"/>
          </p:cNvPicPr>
          <p:nvPr/>
        </p:nvPicPr>
        <p:blipFill>
          <a:blip r:embed="rId2"/>
          <a:stretch>
            <a:fillRect/>
          </a:stretch>
        </p:blipFill>
        <p:spPr>
          <a:xfrm>
            <a:off x="6309360" y="3931920"/>
            <a:ext cx="5486400" cy="948111"/>
          </a:xfrm>
          <a:prstGeom prst="rect">
            <a:avLst/>
          </a:prstGeom>
          <a:ln w="9525">
            <a:solidFill>
              <a:srgbClr val="D0D7E1"/>
            </a:solidFill>
          </a:ln>
        </p:spPr>
      </p:pic>
      <p:sp>
        <p:nvSpPr>
          <p:cNvPr id="21" name="TextBox 20"/>
          <p:cNvSpPr txBox="1"/>
          <p:nvPr/>
        </p:nvSpPr>
        <p:spPr>
          <a:xfrm>
            <a:off x="6309360" y="5120640"/>
            <a:ext cx="5486400" cy="274320"/>
          </a:xfrm>
          <a:prstGeom prst="rect">
            <a:avLst/>
          </a:prstGeom>
          <a:noFill/>
        </p:spPr>
        <p:txBody>
          <a:bodyPr wrap="square" lIns="0" rIns="0" tIns="0" bIns="0">
            <a:spAutoFit/>
          </a:bodyPr>
          <a:lstStyle/>
          <a:p>
            <a:pPr algn="l">
              <a:spcAft>
                <a:spcPts val="400"/>
              </a:spcAft>
            </a:pPr>
            <a:r>
              <a:rPr sz="1100" b="0">
                <a:solidFill>
                  <a:srgbClr val="5A6880"/>
                </a:solidFill>
              </a:rPr>
              <a:t>The crew's grade row in SSORT: Riser Adapter, task 1.1.1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One unit, one record</a:t>
            </a:r>
          </a:p>
        </p:txBody>
      </p:sp>
      <p:sp>
        <p:nvSpPr>
          <p:cNvPr id="4" name="Text Placeholder 3"/>
          <p:cNvSpPr>
            <a:spLocks noGrp="1"/>
          </p:cNvSpPr>
          <p:nvPr>
            <p:ph type="body" idx="13" sz="quarter"/>
          </p:nvPr>
        </p:nvSpPr>
        <p:spPr>
          <a:xfrm>
            <a:off x="384048" y="1417320"/>
            <a:ext cx="11411712" cy="292608"/>
          </a:xfrm>
        </p:spPr>
        <p:txBody>
          <a:bodyPr/>
          <a:lstStyle/>
          <a:p>
            <a:r>
              <a:rPr sz="1300" b="1">
                <a:solidFill>
                  <a:srgbClr val="5A6472"/>
                </a:solidFill>
              </a:rPr>
              <a:t>What NOV needs on every CBM, and what we added to give it to them</a:t>
            </a:r>
          </a:p>
        </p:txBody>
      </p:sp>
      <p:sp>
        <p:nvSpPr>
          <p:cNvPr id="5" name="Oval 4"/>
          <p:cNvSpPr/>
          <p:nvPr/>
        </p:nvSpPr>
        <p:spPr>
          <a:xfrm>
            <a:off x="384048" y="1828800"/>
            <a:ext cx="384048" cy="384048"/>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400" b="1">
                <a:solidFill>
                  <a:srgbClr val="FFFFFF"/>
                </a:solidFill>
              </a:rPr>
              <a:t>1</a:t>
            </a:r>
          </a:p>
        </p:txBody>
      </p:sp>
      <p:sp>
        <p:nvSpPr>
          <p:cNvPr id="6" name="TextBox 5"/>
          <p:cNvSpPr txBox="1"/>
          <p:nvPr/>
        </p:nvSpPr>
        <p:spPr>
          <a:xfrm>
            <a:off x="914400" y="1847088"/>
            <a:ext cx="5760720" cy="320040"/>
          </a:xfrm>
          <a:prstGeom prst="rect">
            <a:avLst/>
          </a:prstGeom>
          <a:noFill/>
        </p:spPr>
        <p:txBody>
          <a:bodyPr wrap="square" lIns="0" rIns="0" tIns="0" bIns="0">
            <a:spAutoFit/>
          </a:bodyPr>
          <a:lstStyle/>
          <a:p>
            <a:pPr algn="l">
              <a:spcAft>
                <a:spcPts val="400"/>
              </a:spcAft>
            </a:pPr>
            <a:r>
              <a:rPr sz="1600" b="1">
                <a:solidFill>
                  <a:srgbClr val="002C77"/>
                </a:solidFill>
              </a:rPr>
              <a:t>Model and serial, per unit</a:t>
            </a:r>
          </a:p>
        </p:txBody>
      </p:sp>
      <p:sp>
        <p:nvSpPr>
          <p:cNvPr id="7" name="TextBox 6"/>
          <p:cNvSpPr txBox="1"/>
          <p:nvPr/>
        </p:nvSpPr>
        <p:spPr>
          <a:xfrm>
            <a:off x="914400" y="2240280"/>
            <a:ext cx="5760720" cy="548640"/>
          </a:xfrm>
          <a:prstGeom prst="rect">
            <a:avLst/>
          </a:prstGeom>
          <a:noFill/>
        </p:spPr>
        <p:txBody>
          <a:bodyPr wrap="square" lIns="0" rIns="0" tIns="0" bIns="0">
            <a:spAutoFit/>
          </a:bodyPr>
          <a:lstStyle/>
          <a:p>
            <a:pPr algn="l">
              <a:spcAft>
                <a:spcPts val="400"/>
              </a:spcAft>
            </a:pPr>
            <a:r>
              <a:rPr sz="1400" b="0">
                <a:solidFill>
                  <a:srgbClr val="1F2D3D"/>
                </a:solidFill>
              </a:rPr>
              <a:t>Required by NOV. Never copied to the next unit. Post to OEM asks if blank.</a:t>
            </a:r>
          </a:p>
        </p:txBody>
      </p:sp>
      <p:sp>
        <p:nvSpPr>
          <p:cNvPr id="8" name="TextBox 7"/>
          <p:cNvSpPr txBox="1"/>
          <p:nvPr/>
        </p:nvSpPr>
        <p:spPr>
          <a:xfrm>
            <a:off x="914400" y="2743200"/>
            <a:ext cx="5760720" cy="274320"/>
          </a:xfrm>
          <a:prstGeom prst="rect">
            <a:avLst/>
          </a:prstGeom>
          <a:noFill/>
        </p:spPr>
        <p:txBody>
          <a:bodyPr wrap="square" lIns="0" rIns="0" tIns="0" bIns="0">
            <a:spAutoFit/>
          </a:bodyPr>
          <a:lstStyle/>
          <a:p>
            <a:pPr algn="l">
              <a:spcAft>
                <a:spcPts val="400"/>
              </a:spcAft>
            </a:pPr>
            <a:r>
              <a:rPr sz="1200" b="1">
                <a:solidFill>
                  <a:srgbClr val="5A6880"/>
                </a:solidFill>
              </a:rPr>
              <a:t>SSORT 160</a:t>
            </a:r>
          </a:p>
        </p:txBody>
      </p:sp>
      <p:pic>
        <p:nvPicPr>
          <p:cNvPr id="9" name="Picture 8" descr="18b-crop.png"/>
          <p:cNvPicPr>
            <a:picLocks noChangeAspect="1"/>
          </p:cNvPicPr>
          <p:nvPr/>
        </p:nvPicPr>
        <p:blipFill>
          <a:blip r:embed="rId2"/>
          <a:stretch>
            <a:fillRect/>
          </a:stretch>
        </p:blipFill>
        <p:spPr>
          <a:xfrm>
            <a:off x="7178040" y="1828800"/>
            <a:ext cx="4617720" cy="1406547"/>
          </a:xfrm>
          <a:prstGeom prst="rect">
            <a:avLst/>
          </a:prstGeom>
          <a:ln w="9525">
            <a:solidFill>
              <a:srgbClr val="D0D7E1"/>
            </a:solidFill>
          </a:ln>
        </p:spPr>
      </p:pic>
      <p:sp>
        <p:nvSpPr>
          <p:cNvPr id="10" name="Oval 9"/>
          <p:cNvSpPr/>
          <p:nvPr/>
        </p:nvSpPr>
        <p:spPr>
          <a:xfrm>
            <a:off x="384048" y="3401568"/>
            <a:ext cx="384048" cy="384048"/>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400" b="1">
                <a:solidFill>
                  <a:srgbClr val="FFFFFF"/>
                </a:solidFill>
              </a:rPr>
              <a:t>2</a:t>
            </a:r>
          </a:p>
        </p:txBody>
      </p:sp>
      <p:sp>
        <p:nvSpPr>
          <p:cNvPr id="11" name="TextBox 10"/>
          <p:cNvSpPr txBox="1"/>
          <p:nvPr/>
        </p:nvSpPr>
        <p:spPr>
          <a:xfrm>
            <a:off x="914400" y="3419856"/>
            <a:ext cx="5760720" cy="320040"/>
          </a:xfrm>
          <a:prstGeom prst="rect">
            <a:avLst/>
          </a:prstGeom>
          <a:noFill/>
        </p:spPr>
        <p:txBody>
          <a:bodyPr wrap="square" lIns="0" rIns="0" tIns="0" bIns="0">
            <a:spAutoFit/>
          </a:bodyPr>
          <a:lstStyle/>
          <a:p>
            <a:pPr algn="l">
              <a:spcAft>
                <a:spcPts val="400"/>
              </a:spcAft>
            </a:pPr>
            <a:r>
              <a:rPr sz="1600" b="1">
                <a:solidFill>
                  <a:srgbClr val="002C77"/>
                </a:solidFill>
              </a:rPr>
              <a:t>Test records attached</a:t>
            </a:r>
          </a:p>
        </p:txBody>
      </p:sp>
      <p:sp>
        <p:nvSpPr>
          <p:cNvPr id="12" name="TextBox 11"/>
          <p:cNvSpPr txBox="1"/>
          <p:nvPr/>
        </p:nvSpPr>
        <p:spPr>
          <a:xfrm>
            <a:off x="914400" y="3813048"/>
            <a:ext cx="5760720" cy="548640"/>
          </a:xfrm>
          <a:prstGeom prst="rect">
            <a:avLst/>
          </a:prstGeom>
          <a:noFill/>
        </p:spPr>
        <p:txBody>
          <a:bodyPr wrap="square" lIns="0" rIns="0" tIns="0" bIns="0">
            <a:spAutoFit/>
          </a:bodyPr>
          <a:lstStyle/>
          <a:p>
            <a:pPr algn="l">
              <a:spcAft>
                <a:spcPts val="400"/>
              </a:spcAft>
            </a:pPr>
            <a:r>
              <a:rPr sz="1400" b="0">
                <a:solidFill>
                  <a:srgbClr val="1F2D3D"/>
                </a:solidFill>
              </a:rPr>
              <a:t>Charts, NDE reports, certificates. Sent to NOV as attachments.</a:t>
            </a:r>
          </a:p>
        </p:txBody>
      </p:sp>
      <p:sp>
        <p:nvSpPr>
          <p:cNvPr id="13" name="TextBox 12"/>
          <p:cNvSpPr txBox="1"/>
          <p:nvPr/>
        </p:nvSpPr>
        <p:spPr>
          <a:xfrm>
            <a:off x="914400" y="4315968"/>
            <a:ext cx="5760720" cy="274320"/>
          </a:xfrm>
          <a:prstGeom prst="rect">
            <a:avLst/>
          </a:prstGeom>
          <a:noFill/>
        </p:spPr>
        <p:txBody>
          <a:bodyPr wrap="square" lIns="0" rIns="0" tIns="0" bIns="0">
            <a:spAutoFit/>
          </a:bodyPr>
          <a:lstStyle/>
          <a:p>
            <a:pPr algn="l">
              <a:spcAft>
                <a:spcPts val="400"/>
              </a:spcAft>
            </a:pPr>
            <a:r>
              <a:rPr sz="1200" b="1">
                <a:solidFill>
                  <a:srgbClr val="5A6880"/>
                </a:solidFill>
              </a:rPr>
              <a:t>SSORT 152–153</a:t>
            </a:r>
          </a:p>
        </p:txBody>
      </p:sp>
      <p:pic>
        <p:nvPicPr>
          <p:cNvPr id="14" name="Picture 13" descr="22.png"/>
          <p:cNvPicPr>
            <a:picLocks noChangeAspect="1"/>
          </p:cNvPicPr>
          <p:nvPr/>
        </p:nvPicPr>
        <p:blipFill>
          <a:blip r:embed="rId3"/>
          <a:stretch>
            <a:fillRect/>
          </a:stretch>
        </p:blipFill>
        <p:spPr>
          <a:xfrm>
            <a:off x="7178040" y="3401568"/>
            <a:ext cx="4617720" cy="1162248"/>
          </a:xfrm>
          <a:prstGeom prst="rect">
            <a:avLst/>
          </a:prstGeom>
          <a:ln w="9525">
            <a:solidFill>
              <a:srgbClr val="D0D7E1"/>
            </a:solidFill>
          </a:ln>
        </p:spPr>
      </p:pic>
      <p:sp>
        <p:nvSpPr>
          <p:cNvPr id="15" name="Oval 14"/>
          <p:cNvSpPr/>
          <p:nvPr/>
        </p:nvSpPr>
        <p:spPr>
          <a:xfrm>
            <a:off x="384048" y="4736592"/>
            <a:ext cx="384048" cy="384048"/>
          </a:xfrm>
          <a:prstGeom prst="ellipse">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spcAft>
                <a:spcPts val="0"/>
              </a:spcAft>
            </a:pPr>
            <a:r>
              <a:rPr sz="1400" b="1">
                <a:solidFill>
                  <a:srgbClr val="FFFFFF"/>
                </a:solidFill>
              </a:rPr>
              <a:t>3</a:t>
            </a:r>
          </a:p>
        </p:txBody>
      </p:sp>
      <p:sp>
        <p:nvSpPr>
          <p:cNvPr id="16" name="TextBox 15"/>
          <p:cNvSpPr txBox="1"/>
          <p:nvPr/>
        </p:nvSpPr>
        <p:spPr>
          <a:xfrm>
            <a:off x="914400" y="4754879"/>
            <a:ext cx="5760720" cy="320040"/>
          </a:xfrm>
          <a:prstGeom prst="rect">
            <a:avLst/>
          </a:prstGeom>
          <a:noFill/>
        </p:spPr>
        <p:txBody>
          <a:bodyPr wrap="square" lIns="0" rIns="0" tIns="0" bIns="0">
            <a:spAutoFit/>
          </a:bodyPr>
          <a:lstStyle/>
          <a:p>
            <a:pPr algn="l">
              <a:spcAft>
                <a:spcPts val="400"/>
              </a:spcAft>
            </a:pPr>
            <a:r>
              <a:rPr sz="1600" b="1">
                <a:solidFill>
                  <a:srgbClr val="002C77"/>
                </a:solidFill>
              </a:rPr>
              <a:t>NOV usage data</a:t>
            </a:r>
          </a:p>
        </p:txBody>
      </p:sp>
      <p:sp>
        <p:nvSpPr>
          <p:cNvPr id="17" name="TextBox 16"/>
          <p:cNvSpPr txBox="1"/>
          <p:nvPr/>
        </p:nvSpPr>
        <p:spPr>
          <a:xfrm>
            <a:off x="914400" y="5148072"/>
            <a:ext cx="5760720" cy="548640"/>
          </a:xfrm>
          <a:prstGeom prst="rect">
            <a:avLst/>
          </a:prstGeom>
          <a:noFill/>
        </p:spPr>
        <p:txBody>
          <a:bodyPr wrap="square" lIns="0" rIns="0" tIns="0" bIns="0">
            <a:spAutoFit/>
          </a:bodyPr>
          <a:lstStyle/>
          <a:p>
            <a:pPr algn="l">
              <a:spcAft>
                <a:spcPts val="400"/>
              </a:spcAft>
            </a:pPr>
            <a:r>
              <a:rPr sz="1400" b="0">
                <a:solidFill>
                  <a:srgbClr val="1F2D3D"/>
                </a:solidFill>
              </a:rPr>
              <a:t>SBOPs, gate valves, Poslock and U2B doors: dates in and out, wet and pressure cycles.</a:t>
            </a:r>
          </a:p>
        </p:txBody>
      </p:sp>
      <p:sp>
        <p:nvSpPr>
          <p:cNvPr id="18" name="TextBox 17"/>
          <p:cNvSpPr txBox="1"/>
          <p:nvPr/>
        </p:nvSpPr>
        <p:spPr>
          <a:xfrm>
            <a:off x="914400" y="5650992"/>
            <a:ext cx="5760720" cy="274320"/>
          </a:xfrm>
          <a:prstGeom prst="rect">
            <a:avLst/>
          </a:prstGeom>
          <a:noFill/>
        </p:spPr>
        <p:txBody>
          <a:bodyPr wrap="square" lIns="0" rIns="0" tIns="0" bIns="0">
            <a:spAutoFit/>
          </a:bodyPr>
          <a:lstStyle/>
          <a:p>
            <a:pPr algn="l">
              <a:spcAft>
                <a:spcPts val="400"/>
              </a:spcAft>
            </a:pPr>
            <a:r>
              <a:rPr sz="1200" b="1">
                <a:solidFill>
                  <a:srgbClr val="5A6880"/>
                </a:solidFill>
              </a:rPr>
              <a:t>SSORT 169</a:t>
            </a:r>
          </a:p>
        </p:txBody>
      </p:sp>
      <p:pic>
        <p:nvPicPr>
          <p:cNvPr id="19" name="Picture 18" descr="18c.png"/>
          <p:cNvPicPr>
            <a:picLocks noChangeAspect="1"/>
          </p:cNvPicPr>
          <p:nvPr/>
        </p:nvPicPr>
        <p:blipFill>
          <a:blip r:embed="rId4"/>
          <a:stretch>
            <a:fillRect/>
          </a:stretch>
        </p:blipFill>
        <p:spPr>
          <a:xfrm>
            <a:off x="7178040" y="4736592"/>
            <a:ext cx="4617720" cy="1255152"/>
          </a:xfrm>
          <a:prstGeom prst="rect">
            <a:avLst/>
          </a:prstGeom>
          <a:ln w="9525">
            <a:solidFill>
              <a:srgbClr val="D0D7E1"/>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What went wrong, and what we fixed</a:t>
            </a:r>
          </a:p>
        </p:txBody>
      </p:sp>
      <p:sp>
        <p:nvSpPr>
          <p:cNvPr id="4" name="Text Placeholder 3"/>
          <p:cNvSpPr>
            <a:spLocks noGrp="1"/>
          </p:cNvSpPr>
          <p:nvPr>
            <p:ph type="body" idx="13" sz="quarter"/>
          </p:nvPr>
        </p:nvSpPr>
        <p:spPr>
          <a:xfrm>
            <a:off x="384048" y="1417320"/>
            <a:ext cx="11411712" cy="292608"/>
          </a:xfrm>
        </p:spPr>
        <p:txBody>
          <a:bodyPr/>
          <a:lstStyle/>
          <a:p>
            <a:r>
              <a:rPr sz="1300" b="1">
                <a:solidFill>
                  <a:srgbClr val="5A6472"/>
                </a:solidFill>
              </a:rPr>
              <a:t>Found by crews, by NOV and by the office; fixed at source, in the tool</a:t>
            </a:r>
          </a:p>
        </p:txBody>
      </p:sp>
      <p:graphicFrame>
        <p:nvGraphicFramePr>
          <p:cNvPr id="5" name="Table 4"/>
          <p:cNvGraphicFramePr>
            <a:graphicFrameLocks noGrp="1"/>
          </p:cNvGraphicFramePr>
          <p:nvPr/>
        </p:nvGraphicFramePr>
        <p:xfrm>
          <a:off x="384048" y="1783080"/>
          <a:ext cx="11411711" cy="4096512"/>
        </p:xfrm>
        <a:graphic>
          <a:graphicData uri="http://schemas.openxmlformats.org/drawingml/2006/table">
            <a:tbl>
              <a:tblPr firstRow="1" bandRow="1">
                <a:tableStyleId>{5C22544A-7EE6-4342-B048-85BDC9FD1C3A}</a:tableStyleId>
              </a:tblPr>
              <a:tblGrid>
                <a:gridCol w="4835471"/>
                <a:gridCol w="5028890"/>
                <a:gridCol w="1547350"/>
              </a:tblGrid>
              <a:tr h="512064">
                <a:tc>
                  <a:txBody>
                    <a:bodyPr wrap="square"/>
                    <a:lstStyle/>
                    <a:p>
                      <a:r>
                        <a:rPr sz="1300" b="1">
                          <a:solidFill>
                            <a:srgbClr val="FFFFFF"/>
                          </a:solidFill>
                        </a:rPr>
                        <a:t>What went wrong</a:t>
                      </a:r>
                    </a:p>
                  </a:txBody>
                  <a:tcPr marL="73152" marR="73152" marT="45720" marB="45720" anchor="ctr"/>
                </a:tc>
                <a:tc>
                  <a:txBody>
                    <a:bodyPr wrap="square"/>
                    <a:lstStyle/>
                    <a:p>
                      <a:r>
                        <a:rPr sz="1300" b="1">
                          <a:solidFill>
                            <a:srgbClr val="FFFFFF"/>
                          </a:solidFill>
                        </a:rPr>
                        <a:t>What we fixed</a:t>
                      </a:r>
                    </a:p>
                  </a:txBody>
                  <a:tcPr marL="73152" marR="73152" marT="45720" marB="45720" anchor="ctr"/>
                </a:tc>
                <a:tc>
                  <a:txBody>
                    <a:bodyPr wrap="square"/>
                    <a:lstStyle/>
                    <a:p>
                      <a:r>
                        <a:rPr sz="1300" b="1">
                          <a:solidFill>
                            <a:srgbClr val="FFFFFF"/>
                          </a:solidFill>
                        </a:rPr>
                        <a:t>When</a:t>
                      </a:r>
                    </a:p>
                  </a:txBody>
                  <a:tcPr marL="73152" marR="73152" marT="45720" marB="45720" anchor="ctr"/>
                </a:tc>
              </a:tr>
              <a:tr h="512064">
                <a:tc>
                  <a:txBody>
                    <a:bodyPr wrap="square"/>
                    <a:lstStyle/>
                    <a:p>
                      <a:r>
                        <a:rPr sz="1200" b="0">
                          <a:solidFill>
                            <a:srgbClr val="1F2D3D"/>
                          </a:solidFill>
                        </a:rPr>
                        <a:t>Riser Adapter: no photographs and no grades, on any report</a:t>
                      </a:r>
                    </a:p>
                  </a:txBody>
                  <a:tcPr marL="73152" marR="73152" marT="45720" marB="45720" anchor="ctr"/>
                </a:tc>
                <a:tc>
                  <a:txBody>
                    <a:bodyPr wrap="square"/>
                    <a:lstStyle/>
                    <a:p>
                      <a:r>
                        <a:rPr sz="1200" b="0">
                          <a:solidFill>
                            <a:srgbClr val="1F2D3D"/>
                          </a:solidFill>
                        </a:rPr>
                        <a:t>Photo slots and grades on all 22 tasks. Brad found it from the rig.</a:t>
                      </a:r>
                    </a:p>
                  </a:txBody>
                  <a:tcPr marL="73152" marR="73152" marT="45720" marB="45720" anchor="ctr"/>
                </a:tc>
                <a:tc>
                  <a:txBody>
                    <a:bodyPr wrap="square"/>
                    <a:lstStyle/>
                    <a:p>
                      <a:r>
                        <a:rPr sz="1200" b="0">
                          <a:solidFill>
                            <a:srgbClr val="1F2D3D"/>
                          </a:solidFill>
                        </a:rPr>
                        <a:t>SSORT 150–151</a:t>
                      </a:r>
                    </a:p>
                  </a:txBody>
                  <a:tcPr marL="73152" marR="73152" marT="45720" marB="45720" anchor="ctr"/>
                </a:tc>
              </a:tr>
              <a:tr h="512064">
                <a:tc>
                  <a:txBody>
                    <a:bodyPr wrap="square"/>
                    <a:lstStyle/>
                    <a:p>
                      <a:r>
                        <a:rPr sz="1200" b="0">
                          <a:solidFill>
                            <a:srgbClr val="1F2D3D"/>
                          </a:solidFill>
                        </a:rPr>
                        <a:t>Grades stored by position: 38 of 65 changed meaning when the schedule moved</a:t>
                      </a:r>
                    </a:p>
                  </a:txBody>
                  <a:tcPr marL="73152" marR="73152" marT="45720" marB="45720" anchor="ctr"/>
                </a:tc>
                <a:tc>
                  <a:txBody>
                    <a:bodyPr wrap="square"/>
                    <a:lstStyle/>
                    <a:p>
                      <a:r>
                        <a:rPr sz="1200" b="0">
                          <a:solidFill>
                            <a:srgbClr val="1F2D3D"/>
                          </a:solidFill>
                        </a:rPr>
                        <a:t>Named grade keys, a key map, and the build stamped on every post</a:t>
                      </a:r>
                    </a:p>
                  </a:txBody>
                  <a:tcPr marL="73152" marR="73152" marT="45720" marB="45720" anchor="ctr"/>
                </a:tc>
                <a:tc>
                  <a:txBody>
                    <a:bodyPr wrap="square"/>
                    <a:lstStyle/>
                    <a:p>
                      <a:r>
                        <a:rPr sz="1200" b="0">
                          <a:solidFill>
                            <a:srgbClr val="1F2D3D"/>
                          </a:solidFill>
                        </a:rPr>
                        <a:t>SSORT 148</a:t>
                      </a:r>
                    </a:p>
                  </a:txBody>
                  <a:tcPr marL="73152" marR="73152" marT="45720" marB="45720" anchor="ctr"/>
                </a:tc>
              </a:tr>
              <a:tr h="512064">
                <a:tc>
                  <a:txBody>
                    <a:bodyPr wrap="square"/>
                    <a:lstStyle/>
                    <a:p>
                      <a:r>
                        <a:rPr sz="1200" b="0">
                          <a:solidFill>
                            <a:srgbClr val="1F2D3D"/>
                          </a:solidFill>
                        </a:rPr>
                        <a:t>Test charts photographed off a screen</a:t>
                      </a:r>
                    </a:p>
                  </a:txBody>
                  <a:tcPr marL="73152" marR="73152" marT="45720" marB="45720" anchor="ctr"/>
                </a:tc>
                <a:tc>
                  <a:txBody>
                    <a:bodyPr wrap="square"/>
                    <a:lstStyle/>
                    <a:p>
                      <a:r>
                        <a:rPr sz="1200" b="0">
                          <a:solidFill>
                            <a:srgbClr val="1F2D3D"/>
                          </a:solidFill>
                        </a:rPr>
                        <a:t>Attachments on every equipment, sent to NOV</a:t>
                      </a:r>
                    </a:p>
                  </a:txBody>
                  <a:tcPr marL="73152" marR="73152" marT="45720" marB="45720" anchor="ctr"/>
                </a:tc>
                <a:tc>
                  <a:txBody>
                    <a:bodyPr wrap="square"/>
                    <a:lstStyle/>
                    <a:p>
                      <a:r>
                        <a:rPr sz="1200" b="0">
                          <a:solidFill>
                            <a:srgbClr val="1F2D3D"/>
                          </a:solidFill>
                        </a:rPr>
                        <a:t>SSORT 152–153</a:t>
                      </a:r>
                    </a:p>
                  </a:txBody>
                  <a:tcPr marL="73152" marR="73152" marT="45720" marB="45720" anchor="ctr"/>
                </a:tc>
              </a:tr>
              <a:tr h="512064">
                <a:tc>
                  <a:txBody>
                    <a:bodyPr wrap="square"/>
                    <a:lstStyle/>
                    <a:p>
                      <a:r>
                        <a:rPr sz="1200" b="0">
                          <a:solidFill>
                            <a:srgbClr val="1F2D3D"/>
                          </a:solidFill>
                        </a:rPr>
                        <a:t>Two CBMs, one rig, one day: the second overwrote the first</a:t>
                      </a:r>
                    </a:p>
                  </a:txBody>
                  <a:tcPr marL="73152" marR="73152" marT="45720" marB="45720" anchor="ctr"/>
                </a:tc>
                <a:tc>
                  <a:txBody>
                    <a:bodyPr wrap="square"/>
                    <a:lstStyle/>
                    <a:p>
                      <a:r>
                        <a:rPr sz="1200" b="0">
                          <a:solidFill>
                            <a:srgbClr val="1F2D3D"/>
                          </a:solidFill>
                        </a:rPr>
                        <a:t>Files named by equipment and serial</a:t>
                      </a:r>
                    </a:p>
                  </a:txBody>
                  <a:tcPr marL="73152" marR="73152" marT="45720" marB="45720" anchor="ctr"/>
                </a:tc>
                <a:tc>
                  <a:txBody>
                    <a:bodyPr wrap="square"/>
                    <a:lstStyle/>
                    <a:p>
                      <a:r>
                        <a:rPr sz="1200" b="0">
                          <a:solidFill>
                            <a:srgbClr val="1F2D3D"/>
                          </a:solidFill>
                        </a:rPr>
                        <a:t>SSORT 158–159</a:t>
                      </a:r>
                    </a:p>
                  </a:txBody>
                  <a:tcPr marL="73152" marR="73152" marT="45720" marB="45720" anchor="ctr"/>
                </a:tc>
              </a:tr>
              <a:tr h="512064">
                <a:tc>
                  <a:txBody>
                    <a:bodyPr wrap="square"/>
                    <a:lstStyle/>
                    <a:p>
                      <a:r>
                        <a:rPr sz="1200" b="0">
                          <a:solidFill>
                            <a:srgbClr val="1F2D3D"/>
                          </a:solidFill>
                        </a:rPr>
                        <a:t>A serial copied onto the next unit</a:t>
                      </a:r>
                    </a:p>
                  </a:txBody>
                  <a:tcPr marL="73152" marR="73152" marT="45720" marB="45720" anchor="ctr"/>
                </a:tc>
                <a:tc>
                  <a:txBody>
                    <a:bodyPr wrap="square"/>
                    <a:lstStyle/>
                    <a:p>
                      <a:r>
                        <a:rPr sz="1200" b="0">
                          <a:solidFill>
                            <a:srgbClr val="1F2D3D"/>
                          </a:solidFill>
                        </a:rPr>
                        <a:t>Model and serial per unit, required by NOV</a:t>
                      </a:r>
                    </a:p>
                  </a:txBody>
                  <a:tcPr marL="73152" marR="73152" marT="45720" marB="45720" anchor="ctr"/>
                </a:tc>
                <a:tc>
                  <a:txBody>
                    <a:bodyPr wrap="square"/>
                    <a:lstStyle/>
                    <a:p>
                      <a:r>
                        <a:rPr sz="1200" b="0">
                          <a:solidFill>
                            <a:srgbClr val="1F2D3D"/>
                          </a:solidFill>
                        </a:rPr>
                        <a:t>SSORT 160</a:t>
                      </a:r>
                    </a:p>
                  </a:txBody>
                  <a:tcPr marL="73152" marR="73152" marT="45720" marB="45720" anchor="ctr"/>
                </a:tc>
              </a:tr>
              <a:tr h="512064">
                <a:tc>
                  <a:txBody>
                    <a:bodyPr wrap="square"/>
                    <a:lstStyle/>
                    <a:p>
                      <a:r>
                        <a:rPr sz="1200" b="0">
                          <a:solidFill>
                            <a:srgbClr val="1F2D3D"/>
                          </a:solidFill>
                        </a:rPr>
                        <a:t>The Upper SBOP file arrived cut short</a:t>
                      </a:r>
                    </a:p>
                  </a:txBody>
                  <a:tcPr marL="73152" marR="73152" marT="45720" marB="45720" anchor="ctr"/>
                </a:tc>
                <a:tc>
                  <a:txBody>
                    <a:bodyPr wrap="square"/>
                    <a:lstStyle/>
                    <a:p>
                      <a:r>
                        <a:rPr sz="1200" b="0">
                          <a:solidFill>
                            <a:srgbClr val="1F2D3D"/>
                          </a:solidFill>
                        </a:rPr>
                        <a:t>The crew's saved copy was whole. Cut in transfer; restored.</a:t>
                      </a:r>
                    </a:p>
                  </a:txBody>
                  <a:tcPr marL="73152" marR="73152" marT="45720" marB="45720" anchor="ctr"/>
                </a:tc>
                <a:tc>
                  <a:txBody>
                    <a:bodyPr wrap="square"/>
                    <a:lstStyle/>
                    <a:p>
                      <a:r>
                        <a:rPr sz="1200" b="0">
                          <a:solidFill>
                            <a:srgbClr val="1F2D3D"/>
                          </a:solidFill>
                        </a:rPr>
                        <a:t>9 Oct</a:t>
                      </a:r>
                    </a:p>
                  </a:txBody>
                  <a:tcPr marL="73152" marR="73152" marT="45720" marB="45720" anchor="ctr"/>
                </a:tc>
              </a:tr>
              <a:tr h="512064">
                <a:tc>
                  <a:txBody>
                    <a:bodyPr wrap="square"/>
                    <a:lstStyle/>
                    <a:p>
                      <a:r>
                        <a:rPr sz="1200" b="0">
                          <a:solidFill>
                            <a:srgbClr val="1F2D3D"/>
                          </a:solidFill>
                        </a:rPr>
                        <a:t>Two West Jupiter CBMs dated December 2025, hidden by the date filter</a:t>
                      </a:r>
                    </a:p>
                  </a:txBody>
                  <a:tcPr marL="73152" marR="73152" marT="45720" marB="45720" anchor="ctr"/>
                </a:tc>
                <a:tc>
                  <a:txBody>
                    <a:bodyPr wrap="square"/>
                    <a:lstStyle/>
                    <a:p>
                      <a:r>
                        <a:rPr sz="1200" b="0">
                          <a:solidFill>
                            <a:srgbClr val="1F2D3D"/>
                          </a:solidFill>
                        </a:rPr>
                        <a:t>Nothing in the tool. Check the inspection date before you post.</a:t>
                      </a:r>
                    </a:p>
                  </a:txBody>
                  <a:tcPr marL="73152" marR="73152" marT="45720" marB="45720" anchor="ctr"/>
                </a:tc>
                <a:tc>
                  <a:txBody>
                    <a:bodyPr wrap="square"/>
                    <a:lstStyle/>
                    <a:p>
                      <a:r>
                        <a:rPr sz="1200" b="0">
                          <a:solidFill>
                            <a:srgbClr val="1F2D3D"/>
                          </a:solidFill>
                        </a:rPr>
                        <a:t>Open</a:t>
                      </a:r>
                    </a:p>
                  </a:txBody>
                  <a:tcPr marL="73152" marR="73152" marT="45720" marB="45720" anchor="ct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The file-name collision, in numbers</a:t>
            </a:r>
          </a:p>
        </p:txBody>
      </p:sp>
      <p:sp>
        <p:nvSpPr>
          <p:cNvPr id="4" name="Text Placeholder 3"/>
          <p:cNvSpPr>
            <a:spLocks noGrp="1"/>
          </p:cNvSpPr>
          <p:nvPr>
            <p:ph type="body" idx="13" sz="quarter"/>
          </p:nvPr>
        </p:nvSpPr>
        <p:spPr>
          <a:xfrm>
            <a:off x="384048" y="1417320"/>
            <a:ext cx="11411712" cy="292608"/>
          </a:xfrm>
        </p:spPr>
        <p:txBody>
          <a:bodyPr/>
          <a:lstStyle/>
          <a:p>
            <a:r>
              <a:rPr sz="1300" b="1">
                <a:solidFill>
                  <a:srgbClr val="5A6472"/>
                </a:solidFill>
              </a:rPr>
              <a:t>West Capella, 29 September to 6 October</a:t>
            </a:r>
          </a:p>
        </p:txBody>
      </p:sp>
      <p:sp>
        <p:nvSpPr>
          <p:cNvPr id="5" name="Rounded Rectangle 4"/>
          <p:cNvSpPr/>
          <p:nvPr/>
        </p:nvSpPr>
        <p:spPr>
          <a:xfrm>
            <a:off x="384048" y="1920240"/>
            <a:ext cx="2670048" cy="21031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91440" bIns="91440" wrap="square"/>
          <a:lstStyle/>
          <a:p>
            <a:pPr algn="l">
              <a:spcAft>
                <a:spcPts val="400"/>
              </a:spcAft>
            </a:pPr>
            <a:r>
              <a:rPr sz="6600" b="1">
                <a:solidFill>
                  <a:srgbClr val="002C77"/>
                </a:solidFill>
              </a:rPr>
              <a:t>13</a:t>
            </a:r>
          </a:p>
          <a:p>
            <a:pPr algn="l">
              <a:spcAft>
                <a:spcPts val="400"/>
              </a:spcAft>
            </a:pPr>
            <a:r>
              <a:rPr sz="1500" b="0">
                <a:solidFill>
                  <a:srgbClr val="1F2D3D"/>
                </a:solidFill>
              </a:rPr>
              <a:t>CBMs sent to NOV</a:t>
            </a:r>
          </a:p>
        </p:txBody>
      </p:sp>
      <p:sp>
        <p:nvSpPr>
          <p:cNvPr id="6" name="Rounded Rectangle 5"/>
          <p:cNvSpPr/>
          <p:nvPr/>
        </p:nvSpPr>
        <p:spPr>
          <a:xfrm>
            <a:off x="3273552" y="1920240"/>
            <a:ext cx="2670048" cy="21031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91440" bIns="91440" wrap="square"/>
          <a:lstStyle/>
          <a:p>
            <a:pPr algn="l">
              <a:spcAft>
                <a:spcPts val="400"/>
              </a:spcAft>
            </a:pPr>
            <a:r>
              <a:rPr sz="6600" b="1">
                <a:solidFill>
                  <a:srgbClr val="C62828"/>
                </a:solidFill>
              </a:rPr>
              <a:t>4</a:t>
            </a:r>
          </a:p>
          <a:p>
            <a:pPr algn="l">
              <a:spcAft>
                <a:spcPts val="400"/>
              </a:spcAft>
            </a:pPr>
            <a:r>
              <a:rPr sz="1500" b="0">
                <a:solidFill>
                  <a:srgbClr val="1F2D3D"/>
                </a:solidFill>
              </a:rPr>
              <a:t>kept on the dashboard</a:t>
            </a:r>
          </a:p>
        </p:txBody>
      </p:sp>
      <p:sp>
        <p:nvSpPr>
          <p:cNvPr id="7" name="Rounded Rectangle 6"/>
          <p:cNvSpPr/>
          <p:nvPr/>
        </p:nvSpPr>
        <p:spPr>
          <a:xfrm>
            <a:off x="6163056" y="1920240"/>
            <a:ext cx="2670048" cy="21031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91440" bIns="91440" wrap="square"/>
          <a:lstStyle/>
          <a:p>
            <a:pPr algn="l">
              <a:spcAft>
                <a:spcPts val="400"/>
              </a:spcAft>
            </a:pPr>
            <a:r>
              <a:rPr sz="6600" b="1">
                <a:solidFill>
                  <a:srgbClr val="002C77"/>
                </a:solidFill>
              </a:rPr>
              <a:t>8</a:t>
            </a:r>
          </a:p>
          <a:p>
            <a:pPr algn="l">
              <a:spcAft>
                <a:spcPts val="400"/>
              </a:spcAft>
            </a:pPr>
            <a:r>
              <a:rPr sz="1500" b="0">
                <a:solidFill>
                  <a:srgbClr val="1F2D3D"/>
                </a:solidFill>
              </a:rPr>
              <a:t>recovered from saved copies and version history</a:t>
            </a:r>
          </a:p>
        </p:txBody>
      </p:sp>
      <p:sp>
        <p:nvSpPr>
          <p:cNvPr id="8" name="Rounded Rectangle 7"/>
          <p:cNvSpPr/>
          <p:nvPr/>
        </p:nvSpPr>
        <p:spPr>
          <a:xfrm>
            <a:off x="9052560" y="1920240"/>
            <a:ext cx="2670048" cy="21031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201168" rIns="201168" tIns="91440" bIns="91440" wrap="square"/>
          <a:lstStyle/>
          <a:p>
            <a:pPr algn="l">
              <a:spcAft>
                <a:spcPts val="400"/>
              </a:spcAft>
            </a:pPr>
            <a:r>
              <a:rPr sz="6600" b="1">
                <a:solidFill>
                  <a:srgbClr val="002C77"/>
                </a:solidFill>
              </a:rPr>
              <a:t>0</a:t>
            </a:r>
          </a:p>
          <a:p>
            <a:pPr algn="l">
              <a:spcAft>
                <a:spcPts val="400"/>
              </a:spcAft>
            </a:pPr>
            <a:r>
              <a:rPr sz="1500" b="0">
                <a:solidFill>
                  <a:srgbClr val="1F2D3D"/>
                </a:solidFill>
              </a:rPr>
              <a:t>lost at NOV: their copies had unique names</a:t>
            </a:r>
          </a:p>
        </p:txBody>
      </p:sp>
      <p:sp>
        <p:nvSpPr>
          <p:cNvPr id="9" name="Rounded Rectangle 8"/>
          <p:cNvSpPr/>
          <p:nvPr/>
        </p:nvSpPr>
        <p:spPr>
          <a:xfrm>
            <a:off x="384048" y="4434840"/>
            <a:ext cx="11411712" cy="68580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91440" bIns="91440" wrap="square"/>
          <a:lstStyle/>
          <a:p>
            <a:pPr algn="l">
              <a:spcAft>
                <a:spcPts val="400"/>
              </a:spcAft>
            </a:pPr>
            <a:r>
              <a:rPr sz="1600" b="1">
                <a:solidFill>
                  <a:srgbClr val="EDB71E"/>
                </a:solidFill>
              </a:rPr>
              <a:t>Lesson:  </a:t>
            </a:r>
            <a:r>
              <a:rPr sz="1600" b="0">
                <a:solidFill>
                  <a:srgbClr val="FFFFFF"/>
                </a:solidFill>
              </a:rPr>
              <a:t>a file name is a record's identity. Name it by the unit, not by the day.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What the office sees</a:t>
            </a:r>
          </a:p>
        </p:txBody>
      </p:sp>
      <p:sp>
        <p:nvSpPr>
          <p:cNvPr id="4" name="Text Placeholder 3"/>
          <p:cNvSpPr>
            <a:spLocks noGrp="1"/>
          </p:cNvSpPr>
          <p:nvPr>
            <p:ph type="body" idx="13" sz="quarter"/>
          </p:nvPr>
        </p:nvSpPr>
        <p:spPr>
          <a:xfrm>
            <a:off x="384048" y="1417320"/>
            <a:ext cx="11411712" cy="292608"/>
          </a:xfrm>
        </p:spPr>
        <p:txBody>
          <a:bodyPr/>
          <a:lstStyle/>
          <a:p>
            <a:r>
              <a:rPr sz="1300" b="1">
                <a:solidFill>
                  <a:srgbClr val="5A6472"/>
                </a:solidFill>
              </a:rPr>
              <a:t>The CBM heatmap on the dashboard, and the database behind it</a:t>
            </a:r>
          </a:p>
        </p:txBody>
      </p:sp>
      <p:sp>
        <p:nvSpPr>
          <p:cNvPr id="5" name="TextBox 4"/>
          <p:cNvSpPr txBox="1"/>
          <p:nvPr/>
        </p:nvSpPr>
        <p:spPr>
          <a:xfrm>
            <a:off x="1874519" y="1828800"/>
            <a:ext cx="813815" cy="274320"/>
          </a:xfrm>
          <a:prstGeom prst="rect">
            <a:avLst/>
          </a:prstGeom>
          <a:noFill/>
        </p:spPr>
        <p:txBody>
          <a:bodyPr wrap="square" lIns="0" rIns="0" tIns="0" bIns="0">
            <a:spAutoFit/>
          </a:bodyPr>
          <a:lstStyle/>
          <a:p>
            <a:pPr algn="ctr">
              <a:spcAft>
                <a:spcPts val="400"/>
              </a:spcAft>
            </a:pPr>
            <a:r>
              <a:rPr sz="1200" b="1">
                <a:solidFill>
                  <a:srgbClr val="5A6880"/>
                </a:solidFill>
              </a:rPr>
              <a:t>Rig A</a:t>
            </a:r>
          </a:p>
        </p:txBody>
      </p:sp>
      <p:sp>
        <p:nvSpPr>
          <p:cNvPr id="6" name="TextBox 5"/>
          <p:cNvSpPr txBox="1"/>
          <p:nvPr/>
        </p:nvSpPr>
        <p:spPr>
          <a:xfrm>
            <a:off x="2743200" y="1828800"/>
            <a:ext cx="813815" cy="274320"/>
          </a:xfrm>
          <a:prstGeom prst="rect">
            <a:avLst/>
          </a:prstGeom>
          <a:noFill/>
        </p:spPr>
        <p:txBody>
          <a:bodyPr wrap="square" lIns="0" rIns="0" tIns="0" bIns="0">
            <a:spAutoFit/>
          </a:bodyPr>
          <a:lstStyle/>
          <a:p>
            <a:pPr algn="ctr">
              <a:spcAft>
                <a:spcPts val="400"/>
              </a:spcAft>
            </a:pPr>
            <a:r>
              <a:rPr sz="1200" b="1">
                <a:solidFill>
                  <a:srgbClr val="5A6880"/>
                </a:solidFill>
              </a:rPr>
              <a:t>Rig B</a:t>
            </a:r>
          </a:p>
        </p:txBody>
      </p:sp>
      <p:sp>
        <p:nvSpPr>
          <p:cNvPr id="7" name="TextBox 6"/>
          <p:cNvSpPr txBox="1"/>
          <p:nvPr/>
        </p:nvSpPr>
        <p:spPr>
          <a:xfrm>
            <a:off x="3611879" y="1828800"/>
            <a:ext cx="813815" cy="274320"/>
          </a:xfrm>
          <a:prstGeom prst="rect">
            <a:avLst/>
          </a:prstGeom>
          <a:noFill/>
        </p:spPr>
        <p:txBody>
          <a:bodyPr wrap="square" lIns="0" rIns="0" tIns="0" bIns="0">
            <a:spAutoFit/>
          </a:bodyPr>
          <a:lstStyle/>
          <a:p>
            <a:pPr algn="ctr">
              <a:spcAft>
                <a:spcPts val="400"/>
              </a:spcAft>
            </a:pPr>
            <a:r>
              <a:rPr sz="1200" b="1">
                <a:solidFill>
                  <a:srgbClr val="5A6880"/>
                </a:solidFill>
              </a:rPr>
              <a:t>Rig C</a:t>
            </a:r>
          </a:p>
        </p:txBody>
      </p:sp>
      <p:sp>
        <p:nvSpPr>
          <p:cNvPr id="8" name="TextBox 7"/>
          <p:cNvSpPr txBox="1"/>
          <p:nvPr/>
        </p:nvSpPr>
        <p:spPr>
          <a:xfrm>
            <a:off x="4480559" y="1828800"/>
            <a:ext cx="813815" cy="274320"/>
          </a:xfrm>
          <a:prstGeom prst="rect">
            <a:avLst/>
          </a:prstGeom>
          <a:noFill/>
        </p:spPr>
        <p:txBody>
          <a:bodyPr wrap="square" lIns="0" rIns="0" tIns="0" bIns="0">
            <a:spAutoFit/>
          </a:bodyPr>
          <a:lstStyle/>
          <a:p>
            <a:pPr algn="ctr">
              <a:spcAft>
                <a:spcPts val="400"/>
              </a:spcAft>
            </a:pPr>
            <a:r>
              <a:rPr sz="1200" b="1">
                <a:solidFill>
                  <a:srgbClr val="5A6880"/>
                </a:solidFill>
              </a:rPr>
              <a:t>Rig D</a:t>
            </a:r>
          </a:p>
        </p:txBody>
      </p:sp>
      <p:sp>
        <p:nvSpPr>
          <p:cNvPr id="9" name="TextBox 8"/>
          <p:cNvSpPr txBox="1"/>
          <p:nvPr/>
        </p:nvSpPr>
        <p:spPr>
          <a:xfrm>
            <a:off x="384048" y="2148840"/>
            <a:ext cx="1417320" cy="402336"/>
          </a:xfrm>
          <a:prstGeom prst="rect">
            <a:avLst/>
          </a:prstGeom>
          <a:noFill/>
        </p:spPr>
        <p:txBody>
          <a:bodyPr wrap="square" lIns="0" rIns="0" tIns="0" bIns="0" anchor="ctr">
            <a:spAutoFit/>
          </a:bodyPr>
          <a:lstStyle/>
          <a:p>
            <a:pPr algn="l">
              <a:spcAft>
                <a:spcPts val="400"/>
              </a:spcAft>
            </a:pPr>
            <a:r>
              <a:rPr sz="1200" b="0">
                <a:solidFill>
                  <a:srgbClr val="1F2D3D"/>
                </a:solidFill>
              </a:rPr>
              <a:t>Upper SBOP</a:t>
            </a:r>
          </a:p>
        </p:txBody>
      </p:sp>
      <p:sp>
        <p:nvSpPr>
          <p:cNvPr id="10" name="Rectangle 9"/>
          <p:cNvSpPr/>
          <p:nvPr/>
        </p:nvSpPr>
        <p:spPr>
          <a:xfrm>
            <a:off x="1874519" y="2148840"/>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2</a:t>
            </a:r>
          </a:p>
        </p:txBody>
      </p:sp>
      <p:sp>
        <p:nvSpPr>
          <p:cNvPr id="11" name="Rectangle 10"/>
          <p:cNvSpPr/>
          <p:nvPr/>
        </p:nvSpPr>
        <p:spPr>
          <a:xfrm>
            <a:off x="2743200" y="2148840"/>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1</a:t>
            </a:r>
          </a:p>
        </p:txBody>
      </p:sp>
      <p:sp>
        <p:nvSpPr>
          <p:cNvPr id="12" name="Rectangle 11"/>
          <p:cNvSpPr/>
          <p:nvPr/>
        </p:nvSpPr>
        <p:spPr>
          <a:xfrm>
            <a:off x="3611879" y="2148840"/>
            <a:ext cx="813815" cy="402336"/>
          </a:xfrm>
          <a:prstGeom prst="rect">
            <a:avLst/>
          </a:prstGeom>
          <a:solidFill>
            <a:srgbClr val="C88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3</a:t>
            </a:r>
          </a:p>
        </p:txBody>
      </p:sp>
      <p:sp>
        <p:nvSpPr>
          <p:cNvPr id="13" name="Rectangle 12"/>
          <p:cNvSpPr/>
          <p:nvPr/>
        </p:nvSpPr>
        <p:spPr>
          <a:xfrm>
            <a:off x="4480559" y="2148840"/>
            <a:ext cx="813815" cy="402336"/>
          </a:xfrm>
          <a:prstGeom prst="rect">
            <a:avLst/>
          </a:prstGeom>
          <a:solidFill>
            <a:srgbClr val="E6EAF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
            </a:r>
          </a:p>
        </p:txBody>
      </p:sp>
      <p:sp>
        <p:nvSpPr>
          <p:cNvPr id="14" name="TextBox 13"/>
          <p:cNvSpPr txBox="1"/>
          <p:nvPr/>
        </p:nvSpPr>
        <p:spPr>
          <a:xfrm>
            <a:off x="384048" y="2606040"/>
            <a:ext cx="1417320" cy="402336"/>
          </a:xfrm>
          <a:prstGeom prst="rect">
            <a:avLst/>
          </a:prstGeom>
          <a:noFill/>
        </p:spPr>
        <p:txBody>
          <a:bodyPr wrap="square" lIns="0" rIns="0" tIns="0" bIns="0" anchor="ctr">
            <a:spAutoFit/>
          </a:bodyPr>
          <a:lstStyle/>
          <a:p>
            <a:pPr algn="l">
              <a:spcAft>
                <a:spcPts val="400"/>
              </a:spcAft>
            </a:pPr>
            <a:r>
              <a:rPr sz="1200" b="0">
                <a:solidFill>
                  <a:srgbClr val="1F2D3D"/>
                </a:solidFill>
              </a:rPr>
              <a:t>Lower SBOP</a:t>
            </a:r>
          </a:p>
        </p:txBody>
      </p:sp>
      <p:sp>
        <p:nvSpPr>
          <p:cNvPr id="15" name="Rectangle 14"/>
          <p:cNvSpPr/>
          <p:nvPr/>
        </p:nvSpPr>
        <p:spPr>
          <a:xfrm>
            <a:off x="1874519" y="2606040"/>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1</a:t>
            </a:r>
          </a:p>
        </p:txBody>
      </p:sp>
      <p:sp>
        <p:nvSpPr>
          <p:cNvPr id="16" name="Rectangle 15"/>
          <p:cNvSpPr/>
          <p:nvPr/>
        </p:nvSpPr>
        <p:spPr>
          <a:xfrm>
            <a:off x="2743200" y="2606040"/>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2</a:t>
            </a:r>
          </a:p>
        </p:txBody>
      </p:sp>
      <p:sp>
        <p:nvSpPr>
          <p:cNvPr id="17" name="Rectangle 16"/>
          <p:cNvSpPr/>
          <p:nvPr/>
        </p:nvSpPr>
        <p:spPr>
          <a:xfrm>
            <a:off x="3611879" y="2606040"/>
            <a:ext cx="813815" cy="402336"/>
          </a:xfrm>
          <a:prstGeom prst="rect">
            <a:avLst/>
          </a:prstGeom>
          <a:solidFill>
            <a:srgbClr val="E6EAF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
            </a:r>
          </a:p>
        </p:txBody>
      </p:sp>
      <p:sp>
        <p:nvSpPr>
          <p:cNvPr id="18" name="Rectangle 17"/>
          <p:cNvSpPr/>
          <p:nvPr/>
        </p:nvSpPr>
        <p:spPr>
          <a:xfrm>
            <a:off x="4480559" y="2606040"/>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2</a:t>
            </a:r>
          </a:p>
        </p:txBody>
      </p:sp>
      <p:sp>
        <p:nvSpPr>
          <p:cNvPr id="19" name="TextBox 18"/>
          <p:cNvSpPr txBox="1"/>
          <p:nvPr/>
        </p:nvSpPr>
        <p:spPr>
          <a:xfrm>
            <a:off x="384048" y="3063240"/>
            <a:ext cx="1417320" cy="402336"/>
          </a:xfrm>
          <a:prstGeom prst="rect">
            <a:avLst/>
          </a:prstGeom>
          <a:noFill/>
        </p:spPr>
        <p:txBody>
          <a:bodyPr wrap="square" lIns="0" rIns="0" tIns="0" bIns="0" anchor="ctr">
            <a:spAutoFit/>
          </a:bodyPr>
          <a:lstStyle/>
          <a:p>
            <a:pPr algn="l">
              <a:spcAft>
                <a:spcPts val="400"/>
              </a:spcAft>
            </a:pPr>
            <a:r>
              <a:rPr sz="1200" b="0">
                <a:solidFill>
                  <a:srgbClr val="1F2D3D"/>
                </a:solidFill>
              </a:rPr>
              <a:t>Gate Valves</a:t>
            </a:r>
          </a:p>
        </p:txBody>
      </p:sp>
      <p:sp>
        <p:nvSpPr>
          <p:cNvPr id="20" name="Rectangle 19"/>
          <p:cNvSpPr/>
          <p:nvPr/>
        </p:nvSpPr>
        <p:spPr>
          <a:xfrm>
            <a:off x="1874519" y="3063240"/>
            <a:ext cx="813815" cy="402336"/>
          </a:xfrm>
          <a:prstGeom prst="rect">
            <a:avLst/>
          </a:prstGeom>
          <a:solidFill>
            <a:srgbClr val="C88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3</a:t>
            </a:r>
          </a:p>
        </p:txBody>
      </p:sp>
      <p:sp>
        <p:nvSpPr>
          <p:cNvPr id="21" name="Rectangle 20"/>
          <p:cNvSpPr/>
          <p:nvPr/>
        </p:nvSpPr>
        <p:spPr>
          <a:xfrm>
            <a:off x="2743200" y="3063240"/>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2</a:t>
            </a:r>
          </a:p>
        </p:txBody>
      </p:sp>
      <p:sp>
        <p:nvSpPr>
          <p:cNvPr id="22" name="Rectangle 21"/>
          <p:cNvSpPr/>
          <p:nvPr/>
        </p:nvSpPr>
        <p:spPr>
          <a:xfrm>
            <a:off x="3611879" y="3063240"/>
            <a:ext cx="813815" cy="402336"/>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4</a:t>
            </a:r>
          </a:p>
        </p:txBody>
      </p:sp>
      <p:sp>
        <p:nvSpPr>
          <p:cNvPr id="23" name="Rectangle 22"/>
          <p:cNvSpPr/>
          <p:nvPr/>
        </p:nvSpPr>
        <p:spPr>
          <a:xfrm>
            <a:off x="4480559" y="3063240"/>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1</a:t>
            </a:r>
          </a:p>
        </p:txBody>
      </p:sp>
      <p:sp>
        <p:nvSpPr>
          <p:cNvPr id="24" name="TextBox 23"/>
          <p:cNvSpPr txBox="1"/>
          <p:nvPr/>
        </p:nvSpPr>
        <p:spPr>
          <a:xfrm>
            <a:off x="384048" y="3520440"/>
            <a:ext cx="1417320" cy="402336"/>
          </a:xfrm>
          <a:prstGeom prst="rect">
            <a:avLst/>
          </a:prstGeom>
          <a:noFill/>
        </p:spPr>
        <p:txBody>
          <a:bodyPr wrap="square" lIns="0" rIns="0" tIns="0" bIns="0" anchor="ctr">
            <a:spAutoFit/>
          </a:bodyPr>
          <a:lstStyle/>
          <a:p>
            <a:pPr algn="l">
              <a:spcAft>
                <a:spcPts val="400"/>
              </a:spcAft>
            </a:pPr>
            <a:r>
              <a:rPr sz="1200" b="0">
                <a:solidFill>
                  <a:srgbClr val="1F2D3D"/>
                </a:solidFill>
              </a:rPr>
              <a:t>Riser Adapter</a:t>
            </a:r>
          </a:p>
        </p:txBody>
      </p:sp>
      <p:sp>
        <p:nvSpPr>
          <p:cNvPr id="25" name="Rectangle 24"/>
          <p:cNvSpPr/>
          <p:nvPr/>
        </p:nvSpPr>
        <p:spPr>
          <a:xfrm>
            <a:off x="1874519" y="3520440"/>
            <a:ext cx="813815" cy="402336"/>
          </a:xfrm>
          <a:prstGeom prst="rect">
            <a:avLst/>
          </a:prstGeom>
          <a:solidFill>
            <a:srgbClr val="C88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3</a:t>
            </a:r>
          </a:p>
        </p:txBody>
      </p:sp>
      <p:sp>
        <p:nvSpPr>
          <p:cNvPr id="26" name="Rectangle 25"/>
          <p:cNvSpPr/>
          <p:nvPr/>
        </p:nvSpPr>
        <p:spPr>
          <a:xfrm>
            <a:off x="2743200" y="3520440"/>
            <a:ext cx="813815" cy="402336"/>
          </a:xfrm>
          <a:prstGeom prst="rect">
            <a:avLst/>
          </a:prstGeom>
          <a:solidFill>
            <a:srgbClr val="E6EAF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
            </a:r>
          </a:p>
        </p:txBody>
      </p:sp>
      <p:sp>
        <p:nvSpPr>
          <p:cNvPr id="27" name="Rectangle 26"/>
          <p:cNvSpPr/>
          <p:nvPr/>
        </p:nvSpPr>
        <p:spPr>
          <a:xfrm>
            <a:off x="3611879" y="3520440"/>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2</a:t>
            </a:r>
          </a:p>
        </p:txBody>
      </p:sp>
      <p:sp>
        <p:nvSpPr>
          <p:cNvPr id="28" name="Rectangle 27"/>
          <p:cNvSpPr/>
          <p:nvPr/>
        </p:nvSpPr>
        <p:spPr>
          <a:xfrm>
            <a:off x="4480559" y="3520440"/>
            <a:ext cx="813815" cy="402336"/>
          </a:xfrm>
          <a:prstGeom prst="rect">
            <a:avLst/>
          </a:prstGeom>
          <a:solidFill>
            <a:srgbClr val="E6EAF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
            </a:r>
          </a:p>
        </p:txBody>
      </p:sp>
      <p:sp>
        <p:nvSpPr>
          <p:cNvPr id="29" name="TextBox 28"/>
          <p:cNvSpPr txBox="1"/>
          <p:nvPr/>
        </p:nvSpPr>
        <p:spPr>
          <a:xfrm>
            <a:off x="384048" y="3977639"/>
            <a:ext cx="1417320" cy="402336"/>
          </a:xfrm>
          <a:prstGeom prst="rect">
            <a:avLst/>
          </a:prstGeom>
          <a:noFill/>
        </p:spPr>
        <p:txBody>
          <a:bodyPr wrap="square" lIns="0" rIns="0" tIns="0" bIns="0" anchor="ctr">
            <a:spAutoFit/>
          </a:bodyPr>
          <a:lstStyle/>
          <a:p>
            <a:pPr algn="l">
              <a:spcAft>
                <a:spcPts val="400"/>
              </a:spcAft>
            </a:pPr>
            <a:r>
              <a:rPr sz="1200" b="0">
                <a:solidFill>
                  <a:srgbClr val="1F2D3D"/>
                </a:solidFill>
              </a:rPr>
              <a:t>BOP Mandrel</a:t>
            </a:r>
          </a:p>
        </p:txBody>
      </p:sp>
      <p:sp>
        <p:nvSpPr>
          <p:cNvPr id="30" name="Rectangle 29"/>
          <p:cNvSpPr/>
          <p:nvPr/>
        </p:nvSpPr>
        <p:spPr>
          <a:xfrm>
            <a:off x="1874519" y="3977639"/>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1</a:t>
            </a:r>
          </a:p>
        </p:txBody>
      </p:sp>
      <p:sp>
        <p:nvSpPr>
          <p:cNvPr id="31" name="Rectangle 30"/>
          <p:cNvSpPr/>
          <p:nvPr/>
        </p:nvSpPr>
        <p:spPr>
          <a:xfrm>
            <a:off x="2743200" y="3977639"/>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1</a:t>
            </a:r>
          </a:p>
        </p:txBody>
      </p:sp>
      <p:sp>
        <p:nvSpPr>
          <p:cNvPr id="32" name="Rectangle 31"/>
          <p:cNvSpPr/>
          <p:nvPr/>
        </p:nvSpPr>
        <p:spPr>
          <a:xfrm>
            <a:off x="3611879" y="3977639"/>
            <a:ext cx="813815" cy="402336"/>
          </a:xfrm>
          <a:prstGeom prst="rect">
            <a:avLst/>
          </a:prstGeom>
          <a:solidFill>
            <a:srgbClr val="E6EAF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
            </a:r>
          </a:p>
        </p:txBody>
      </p:sp>
      <p:sp>
        <p:nvSpPr>
          <p:cNvPr id="33" name="Rectangle 32"/>
          <p:cNvSpPr/>
          <p:nvPr/>
        </p:nvSpPr>
        <p:spPr>
          <a:xfrm>
            <a:off x="4480559" y="3977639"/>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2</a:t>
            </a:r>
          </a:p>
        </p:txBody>
      </p:sp>
      <p:sp>
        <p:nvSpPr>
          <p:cNvPr id="34" name="TextBox 33"/>
          <p:cNvSpPr txBox="1"/>
          <p:nvPr/>
        </p:nvSpPr>
        <p:spPr>
          <a:xfrm>
            <a:off x="384048" y="4434840"/>
            <a:ext cx="1417320" cy="402336"/>
          </a:xfrm>
          <a:prstGeom prst="rect">
            <a:avLst/>
          </a:prstGeom>
          <a:noFill/>
        </p:spPr>
        <p:txBody>
          <a:bodyPr wrap="square" lIns="0" rIns="0" tIns="0" bIns="0" anchor="ctr">
            <a:spAutoFit/>
          </a:bodyPr>
          <a:lstStyle/>
          <a:p>
            <a:pPr algn="l">
              <a:spcAft>
                <a:spcPts val="400"/>
              </a:spcAft>
            </a:pPr>
            <a:r>
              <a:rPr sz="1200" b="0">
                <a:solidFill>
                  <a:srgbClr val="1F2D3D"/>
                </a:solidFill>
              </a:rPr>
              <a:t>C&amp;K Stabs</a:t>
            </a:r>
          </a:p>
        </p:txBody>
      </p:sp>
      <p:sp>
        <p:nvSpPr>
          <p:cNvPr id="35" name="Rectangle 34"/>
          <p:cNvSpPr/>
          <p:nvPr/>
        </p:nvSpPr>
        <p:spPr>
          <a:xfrm>
            <a:off x="1874519" y="4434840"/>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2</a:t>
            </a:r>
          </a:p>
        </p:txBody>
      </p:sp>
      <p:sp>
        <p:nvSpPr>
          <p:cNvPr id="36" name="Rectangle 35"/>
          <p:cNvSpPr/>
          <p:nvPr/>
        </p:nvSpPr>
        <p:spPr>
          <a:xfrm>
            <a:off x="2743200" y="4434840"/>
            <a:ext cx="813815" cy="402336"/>
          </a:xfrm>
          <a:prstGeom prst="rect">
            <a:avLst/>
          </a:prstGeom>
          <a:solidFill>
            <a:srgbClr val="C88A0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3</a:t>
            </a:r>
          </a:p>
        </p:txBody>
      </p:sp>
      <p:sp>
        <p:nvSpPr>
          <p:cNvPr id="37" name="Rectangle 36"/>
          <p:cNvSpPr/>
          <p:nvPr/>
        </p:nvSpPr>
        <p:spPr>
          <a:xfrm>
            <a:off x="3611879" y="4434840"/>
            <a:ext cx="813815" cy="40233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1</a:t>
            </a:r>
          </a:p>
        </p:txBody>
      </p:sp>
      <p:sp>
        <p:nvSpPr>
          <p:cNvPr id="38" name="Rectangle 37"/>
          <p:cNvSpPr/>
          <p:nvPr/>
        </p:nvSpPr>
        <p:spPr>
          <a:xfrm>
            <a:off x="4480559" y="4434840"/>
            <a:ext cx="813815" cy="402336"/>
          </a:xfrm>
          <a:prstGeom prst="rect">
            <a:avLst/>
          </a:prstGeom>
          <a:solidFill>
            <a:srgbClr val="E6EAF0"/>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 rIns="18288" tIns="18288" bIns="18288" wrap="square"/>
          <a:lstStyle/>
          <a:p>
            <a:pPr algn="ctr">
              <a:spcAft>
                <a:spcPts val="400"/>
              </a:spcAft>
            </a:pPr>
            <a:r>
              <a:rPr sz="1300" b="1">
                <a:solidFill>
                  <a:srgbClr val="FFFFFF"/>
                </a:solidFill>
              </a:rPr>
              <a:t/>
            </a:r>
          </a:p>
        </p:txBody>
      </p:sp>
      <p:sp>
        <p:nvSpPr>
          <p:cNvPr id="39" name="TextBox 38"/>
          <p:cNvSpPr txBox="1"/>
          <p:nvPr/>
        </p:nvSpPr>
        <p:spPr>
          <a:xfrm>
            <a:off x="384048" y="4983480"/>
            <a:ext cx="4937760" cy="274320"/>
          </a:xfrm>
          <a:prstGeom prst="rect">
            <a:avLst/>
          </a:prstGeom>
          <a:noFill/>
        </p:spPr>
        <p:txBody>
          <a:bodyPr wrap="square" lIns="0" rIns="0" tIns="0" bIns="0">
            <a:spAutoFit/>
          </a:bodyPr>
          <a:lstStyle/>
          <a:p>
            <a:pPr algn="l">
              <a:spcAft>
                <a:spcPts val="400"/>
              </a:spcAft>
            </a:pPr>
            <a:r>
              <a:rPr sz="1100" b="0">
                <a:solidFill>
                  <a:srgbClr val="5A6880"/>
                </a:solidFill>
              </a:rPr>
              <a:t>Illustration of the layout, not live grades.</a:t>
            </a:r>
          </a:p>
        </p:txBody>
      </p:sp>
      <p:sp>
        <p:nvSpPr>
          <p:cNvPr id="40" name="Rounded Rectangle 39"/>
          <p:cNvSpPr/>
          <p:nvPr/>
        </p:nvSpPr>
        <p:spPr>
          <a:xfrm>
            <a:off x="5852160" y="1828800"/>
            <a:ext cx="5943600" cy="14173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600" b="1">
                <a:solidFill>
                  <a:srgbClr val="002C77"/>
                </a:solidFill>
              </a:rPr>
              <a:t>The heatmap</a:t>
            </a:r>
          </a:p>
          <a:p>
            <a:pPr algn="l">
              <a:spcAft>
                <a:spcPts val="400"/>
              </a:spcAft>
            </a:pPr>
            <a:r>
              <a:rPr sz="1300" b="0">
                <a:solidFill>
                  <a:srgbClr val="1F2D3D"/>
                </a:solidFill>
              </a:rPr>
              <a:t>Rows are components, columns are rigs. The colour is the latest grade.</a:t>
            </a:r>
          </a:p>
          <a:p>
            <a:pPr algn="l">
              <a:spcAft>
                <a:spcPts val="400"/>
              </a:spcAft>
            </a:pPr>
            <a:r>
              <a:rPr sz="1300" b="0">
                <a:solidFill>
                  <a:srgbClr val="1F2D3D"/>
                </a:solidFill>
              </a:rPr>
              <a:t>A blank cell means no inspection on record, not a good one.</a:t>
            </a:r>
          </a:p>
        </p:txBody>
      </p:sp>
      <p:sp>
        <p:nvSpPr>
          <p:cNvPr id="41" name="Rounded Rectangle 40"/>
          <p:cNvSpPr/>
          <p:nvPr/>
        </p:nvSpPr>
        <p:spPr>
          <a:xfrm>
            <a:off x="5852160" y="3429000"/>
            <a:ext cx="5943600" cy="141732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600" b="1">
                <a:solidFill>
                  <a:srgbClr val="002C77"/>
                </a:solidFill>
              </a:rPr>
              <a:t>The database export</a:t>
            </a:r>
          </a:p>
          <a:p>
            <a:pPr algn="l">
              <a:spcAft>
                <a:spcPts val="400"/>
              </a:spcAft>
            </a:pPr>
            <a:r>
              <a:rPr sz="1300" b="0">
                <a:solidFill>
                  <a:srgbClr val="1F2D3D"/>
                </a:solidFill>
              </a:rPr>
              <a:t>cbm_grades and cbm_usage for every posted grade and usage table; oem_copies for every send to NOV.</a:t>
            </a:r>
          </a:p>
          <a:p>
            <a:pPr algn="l">
              <a:spcAft>
                <a:spcPts val="400"/>
              </a:spcAft>
            </a:pPr>
            <a:r>
              <a:rPr sz="1300" b="0">
                <a:solidFill>
                  <a:srgbClr val="1F2D3D"/>
                </a:solidFill>
              </a:rPr>
              <a:t>The view v_cbm_latest_grade answers "where are the 4s and 5s?".</a:t>
            </a:r>
          </a:p>
        </p:txBody>
      </p:sp>
      <p:sp>
        <p:nvSpPr>
          <p:cNvPr id="42" name="Rounded Rectangle 41"/>
          <p:cNvSpPr/>
          <p:nvPr/>
        </p:nvSpPr>
        <p:spPr>
          <a:xfrm>
            <a:off x="384048" y="5394960"/>
            <a:ext cx="11411712" cy="54864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91440" bIns="91440" wrap="square"/>
          <a:lstStyle/>
          <a:p>
            <a:pPr algn="l">
              <a:spcAft>
                <a:spcPts val="400"/>
              </a:spcAft>
            </a:pPr>
            <a:r>
              <a:rPr sz="1500" b="1">
                <a:solidFill>
                  <a:srgbClr val="EDB71E"/>
                </a:solidFill>
              </a:rPr>
              <a:t>On every CBM row:  </a:t>
            </a:r>
            <a:r>
              <a:rPr sz="1500" b="0">
                <a:solidFill>
                  <a:srgbClr val="FFFFFF"/>
                </a:solidFill>
              </a:rPr>
              <a:t>a green "Sent to NOV" chip with the time it went.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What is coming for CBM</a:t>
            </a:r>
          </a:p>
        </p:txBody>
      </p:sp>
      <p:sp>
        <p:nvSpPr>
          <p:cNvPr id="4" name="Text Placeholder 3"/>
          <p:cNvSpPr>
            <a:spLocks noGrp="1"/>
          </p:cNvSpPr>
          <p:nvPr>
            <p:ph type="body" idx="13" sz="quarter"/>
          </p:nvPr>
        </p:nvSpPr>
        <p:spPr>
          <a:xfrm>
            <a:off x="384048" y="1417320"/>
            <a:ext cx="11411712" cy="292608"/>
          </a:xfrm>
        </p:spPr>
        <p:txBody>
          <a:bodyPr/>
          <a:lstStyle/>
          <a:p>
            <a:r>
              <a:rPr sz="1300" b="1">
                <a:solidFill>
                  <a:srgbClr val="5A6472"/>
                </a:solidFill>
              </a:rPr>
              <a:t>Three changes, each waiting on someone outside this room</a:t>
            </a:r>
          </a:p>
        </p:txBody>
      </p:sp>
      <p:sp>
        <p:nvSpPr>
          <p:cNvPr id="5" name="Rounded Rectangle 4"/>
          <p:cNvSpPr/>
          <p:nvPr/>
        </p:nvSpPr>
        <p:spPr>
          <a:xfrm>
            <a:off x="384048" y="1828800"/>
            <a:ext cx="3566160" cy="269748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600" b="1">
                <a:solidFill>
                  <a:srgbClr val="002C77"/>
                </a:solidFill>
              </a:rPr>
              <a:t>CBM event PMs in the plan</a:t>
            </a:r>
          </a:p>
          <a:p>
            <a:pPr algn="l">
              <a:spcAft>
                <a:spcPts val="400"/>
              </a:spcAft>
            </a:pPr>
            <a:r>
              <a:rPr sz="1400" b="0">
                <a:solidFill>
                  <a:srgbClr val="1F2D3D"/>
                </a:solidFill>
              </a:rPr>
              <a:t>Maximo holds 422 CBM programme PMs, mostly Tellus, Jupiter and Capella.</a:t>
            </a:r>
          </a:p>
          <a:p>
            <a:pPr algn="l">
              <a:spcAft>
                <a:spcPts val="400"/>
              </a:spcAft>
            </a:pPr>
            <a:r>
              <a:rPr sz="1400" b="0">
                <a:solidFill>
                  <a:srgbClr val="1F2D3D"/>
                </a:solidFill>
              </a:rPr>
              <a:t>They go into the Argo Navis plan, CBM box ticked by default on CBM rigs. Never in GOM or GOA.</a:t>
            </a:r>
          </a:p>
        </p:txBody>
      </p:sp>
      <p:sp>
        <p:nvSpPr>
          <p:cNvPr id="6" name="Rounded Rectangle 5"/>
          <p:cNvSpPr/>
          <p:nvPr/>
        </p:nvSpPr>
        <p:spPr>
          <a:xfrm>
            <a:off x="521207" y="4023360"/>
            <a:ext cx="1737360" cy="365760"/>
          </a:xfrm>
          <a:prstGeom prst="roundRect">
            <a:avLst>
              <a:gd name="adj" fmla="val 6000"/>
            </a:avLst>
          </a:prstGeom>
          <a:solidFill>
            <a:srgbClr val="EDB71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200" b="1">
                <a:solidFill>
                  <a:srgbClr val="002C77"/>
                </a:solidFill>
              </a:rPr>
              <a:t>Designing</a:t>
            </a:r>
          </a:p>
        </p:txBody>
      </p:sp>
      <p:sp>
        <p:nvSpPr>
          <p:cNvPr id="7" name="Rounded Rectangle 6"/>
          <p:cNvSpPr/>
          <p:nvPr/>
        </p:nvSpPr>
        <p:spPr>
          <a:xfrm>
            <a:off x="4306824" y="1828800"/>
            <a:ext cx="3566160" cy="269748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600" b="1">
                <a:solidFill>
                  <a:srgbClr val="002C77"/>
                </a:solidFill>
              </a:rPr>
              <a:t>PLATO cycle counts</a:t>
            </a:r>
          </a:p>
          <a:p>
            <a:pPr algn="l">
              <a:spcAft>
                <a:spcPts val="400"/>
              </a:spcAft>
            </a:pPr>
            <a:r>
              <a:rPr sz="1400" b="0">
                <a:solidFill>
                  <a:srgbClr val="1F2D3D"/>
                </a:solidFill>
              </a:rPr>
              <a:t>Wet and pressure cycles into NOV's usage table from PLATO, not typed by hand.</a:t>
            </a:r>
          </a:p>
          <a:p>
            <a:pPr algn="l">
              <a:spcAft>
                <a:spcPts val="400"/>
              </a:spcAft>
            </a:pPr>
            <a:r>
              <a:rPr sz="1400" b="0">
                <a:solidFill>
                  <a:srgbClr val="1F2D3D"/>
                </a:solidFill>
              </a:rPr>
              <a:t>Needs an export from PLATO's Grafana and an ISIT account.</a:t>
            </a:r>
          </a:p>
        </p:txBody>
      </p:sp>
      <p:sp>
        <p:nvSpPr>
          <p:cNvPr id="8" name="Rounded Rectangle 7"/>
          <p:cNvSpPr/>
          <p:nvPr/>
        </p:nvSpPr>
        <p:spPr>
          <a:xfrm>
            <a:off x="4443984" y="4023360"/>
            <a:ext cx="1737360" cy="365760"/>
          </a:xfrm>
          <a:prstGeom prst="roundRect">
            <a:avLst>
              <a:gd name="adj" fmla="val 6000"/>
            </a:avLst>
          </a:prstGeom>
          <a:solidFill>
            <a:srgbClr val="EDB71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200" b="1">
                <a:solidFill>
                  <a:srgbClr val="002C77"/>
                </a:solidFill>
              </a:rPr>
              <a:t>Needs the feed</a:t>
            </a:r>
          </a:p>
        </p:txBody>
      </p:sp>
      <p:sp>
        <p:nvSpPr>
          <p:cNvPr id="9" name="Rounded Rectangle 8"/>
          <p:cNvSpPr/>
          <p:nvPr/>
        </p:nvSpPr>
        <p:spPr>
          <a:xfrm>
            <a:off x="8229600" y="1828800"/>
            <a:ext cx="3566160" cy="2697480"/>
          </a:xfrm>
          <a:prstGeom prst="roundRect">
            <a:avLst>
              <a:gd name="adj" fmla="val 6000"/>
            </a:avLst>
          </a:prstGeom>
          <a:solidFill>
            <a:srgbClr val="F4F7FA"/>
          </a:solidFill>
          <a:ln w="12700">
            <a:solidFill>
              <a:srgbClr val="D0D7E1"/>
            </a:solidFill>
          </a:ln>
          <a:effectLst/>
        </p:spPr>
        <p:style>
          <a:lnRef idx="1">
            <a:schemeClr val="accent1"/>
          </a:lnRef>
          <a:fillRef idx="3">
            <a:schemeClr val="accent1"/>
          </a:fillRef>
          <a:effectRef idx="2">
            <a:schemeClr val="accent1"/>
          </a:effectRef>
          <a:fontRef idx="minor">
            <a:schemeClr val="lt1"/>
          </a:fontRef>
        </p:style>
        <p:txBody>
          <a:bodyPr rtlCol="0" anchor="t" lIns="137160" rIns="137160" tIns="91440" bIns="91440" wrap="square"/>
          <a:lstStyle/>
          <a:p>
            <a:pPr algn="l">
              <a:spcAft>
                <a:spcPts val="400"/>
              </a:spcAft>
            </a:pPr>
            <a:r>
              <a:rPr sz="1600" b="1">
                <a:solidFill>
                  <a:srgbClr val="002C77"/>
                </a:solidFill>
              </a:rPr>
              <a:t>Photo review</a:t>
            </a:r>
          </a:p>
          <a:p>
            <a:pPr algn="l">
              <a:spcAft>
                <a:spcPts val="400"/>
              </a:spcAft>
            </a:pPr>
            <a:r>
              <a:rPr sz="1400" b="0">
                <a:solidFill>
                  <a:srgbClr val="1F2D3D"/>
                </a:solidFill>
              </a:rPr>
              <a:t>Compares each photograph with the last inspection of the same unit and flags a change.</a:t>
            </a:r>
          </a:p>
          <a:p>
            <a:pPr algn="l">
              <a:spcAft>
                <a:spcPts val="400"/>
              </a:spcAft>
            </a:pPr>
            <a:r>
              <a:rPr sz="1400" b="0">
                <a:solidFill>
                  <a:srgbClr val="1F2D3D"/>
                </a:solidFill>
              </a:rPr>
              <a:t>It suggests. It never changes a grade. Needs IT approval first.</a:t>
            </a:r>
          </a:p>
        </p:txBody>
      </p:sp>
      <p:sp>
        <p:nvSpPr>
          <p:cNvPr id="10" name="Rounded Rectangle 9"/>
          <p:cNvSpPr/>
          <p:nvPr/>
        </p:nvSpPr>
        <p:spPr>
          <a:xfrm>
            <a:off x="8366760" y="4023360"/>
            <a:ext cx="1737360" cy="365760"/>
          </a:xfrm>
          <a:prstGeom prst="roundRect">
            <a:avLst>
              <a:gd name="adj" fmla="val 6000"/>
            </a:avLst>
          </a:prstGeom>
          <a:solidFill>
            <a:srgbClr val="EDB71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200" b="1">
                <a:solidFill>
                  <a:srgbClr val="002C77"/>
                </a:solidFill>
              </a:rPr>
              <a:t>Later</a:t>
            </a:r>
          </a:p>
        </p:txBody>
      </p:sp>
      <p:sp>
        <p:nvSpPr>
          <p:cNvPr id="11" name="Rounded Rectangle 10"/>
          <p:cNvSpPr/>
          <p:nvPr/>
        </p:nvSpPr>
        <p:spPr>
          <a:xfrm>
            <a:off x="384048" y="4892040"/>
            <a:ext cx="11411712" cy="640080"/>
          </a:xfrm>
          <a:prstGeom prst="roundRect">
            <a:avLst>
              <a:gd name="adj" fmla="val 6000"/>
            </a:avLst>
          </a:prstGeom>
          <a:solidFill>
            <a:srgbClr val="FFFFFF"/>
          </a:solidFill>
          <a:ln w="12700">
            <a:solidFill>
              <a:srgbClr val="EDB71E"/>
            </a:solidFill>
          </a:ln>
          <a:effectLst/>
        </p:spPr>
        <p:style>
          <a:lnRef idx="1">
            <a:schemeClr val="accent1"/>
          </a:lnRef>
          <a:fillRef idx="3">
            <a:schemeClr val="accent1"/>
          </a:fillRef>
          <a:effectRef idx="2">
            <a:schemeClr val="accent1"/>
          </a:effectRef>
          <a:fontRef idx="minor">
            <a:schemeClr val="lt1"/>
          </a:fontRef>
        </p:style>
        <p:txBody>
          <a:bodyPr rtlCol="0" anchor="ctr" lIns="164592" rIns="164592" tIns="91440" bIns="91440" wrap="square"/>
          <a:lstStyle/>
          <a:p>
            <a:pPr algn="l">
              <a:spcAft>
                <a:spcPts val="400"/>
              </a:spcAft>
            </a:pPr>
            <a:r>
              <a:rPr sz="1500" b="1">
                <a:solidFill>
                  <a:srgbClr val="002C77"/>
                </a:solidFill>
              </a:rPr>
              <a:t>For the action list:  </a:t>
            </a:r>
            <a:r>
              <a:rPr sz="1500" b="0">
                <a:solidFill>
                  <a:srgbClr val="1F2D3D"/>
                </a:solidFill>
              </a:rPr>
              <a:t>each of the three needs a name in this room to chase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 Placeholder 2"/>
          <p:cNvSpPr>
            <a:spLocks noGrp="1"/>
          </p:cNvSpPr>
          <p:nvPr>
            <p:ph type="body" idx="12" sz="quarter"/>
          </p:nvPr>
        </p:nvSpPr>
        <p:spPr>
          <a:xfrm>
            <a:off x="356616" y="2606040"/>
            <a:ext cx="11439144" cy="685800"/>
          </a:xfrm>
        </p:spPr>
        <p:txBody>
          <a:bodyPr/>
          <a:lstStyle/>
          <a:p>
            <a:r>
              <a:rPr sz="3000" b="1"/>
              <a:t>Part 2  ·  The CBM workshop</a:t>
            </a:r>
          </a:p>
        </p:txBody>
      </p:sp>
      <p:sp>
        <p:nvSpPr>
          <p:cNvPr id="4" name="Subtitle 3"/>
          <p:cNvSpPr>
            <a:spLocks noGrp="1"/>
          </p:cNvSpPr>
          <p:nvPr>
            <p:ph type="subTitle" idx="1"/>
          </p:nvPr>
        </p:nvSpPr>
        <p:spPr>
          <a:xfrm>
            <a:off x="356616" y="3346704"/>
            <a:ext cx="11439144" cy="548640"/>
          </a:xfrm>
        </p:spPr>
        <p:txBody>
          <a:bodyPr/>
          <a:lstStyle/>
          <a:p>
            <a:r>
              <a:rPr sz="1400" b="0"/>
              <a:t>Who signs what   ·   where the record lives   ·   the one change   ·   08:35–08:57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Who signs what, and where the record lives</a:t>
            </a:r>
          </a:p>
        </p:txBody>
      </p:sp>
      <p:sp>
        <p:nvSpPr>
          <p:cNvPr id="4" name="Rounded Rectangle 3"/>
          <p:cNvSpPr/>
          <p:nvPr/>
        </p:nvSpPr>
        <p:spPr>
          <a:xfrm>
            <a:off x="384048" y="1417320"/>
            <a:ext cx="3566160" cy="347472"/>
          </a:xfrm>
          <a:prstGeom prst="roundRect">
            <a:avLst>
              <a:gd name="adj" fmla="val 6000"/>
            </a:avLst>
          </a:prstGeom>
          <a:solidFill>
            <a:srgbClr val="EDB71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lstStyle/>
          <a:p>
            <a:pPr algn="ctr">
              <a:spcAft>
                <a:spcPts val="400"/>
              </a:spcAft>
            </a:pPr>
            <a:r>
              <a:rPr sz="1200" b="1">
                <a:solidFill>
                  <a:srgbClr val="002C77"/>
                </a:solidFill>
              </a:rPr>
              <a:t>PROPOSED  ·  the room corrects it</a:t>
            </a:r>
          </a:p>
        </p:txBody>
      </p:sp>
      <p:graphicFrame>
        <p:nvGraphicFramePr>
          <p:cNvPr id="5" name="Table 4"/>
          <p:cNvGraphicFramePr>
            <a:graphicFrameLocks noGrp="1"/>
          </p:cNvGraphicFramePr>
          <p:nvPr/>
        </p:nvGraphicFramePr>
        <p:xfrm>
          <a:off x="384048" y="1920240"/>
          <a:ext cx="11411710" cy="3840480"/>
        </p:xfrm>
        <a:graphic>
          <a:graphicData uri="http://schemas.openxmlformats.org/drawingml/2006/table">
            <a:tbl>
              <a:tblPr firstRow="1" bandRow="1">
                <a:tableStyleId>{5C22544A-7EE6-4342-B048-85BDC9FD1C3A}</a:tableStyleId>
              </a:tblPr>
              <a:tblGrid>
                <a:gridCol w="1777233"/>
                <a:gridCol w="1964311"/>
                <a:gridCol w="3180313"/>
                <a:gridCol w="3180313"/>
                <a:gridCol w="1309540"/>
              </a:tblGrid>
              <a:tr h="548640">
                <a:tc>
                  <a:txBody>
                    <a:bodyPr wrap="square"/>
                    <a:lstStyle/>
                    <a:p>
                      <a:r>
                        <a:rPr sz="1300" b="1">
                          <a:solidFill>
                            <a:srgbClr val="FFFFFF"/>
                          </a:solidFill>
                        </a:rPr>
                        <a:t>Step</a:t>
                      </a:r>
                    </a:p>
                  </a:txBody>
                  <a:tcPr marL="73152" marR="73152" marT="45720" marB="45720" anchor="ctr"/>
                </a:tc>
                <a:tc>
                  <a:txBody>
                    <a:bodyPr wrap="square"/>
                    <a:lstStyle/>
                    <a:p>
                      <a:r>
                        <a:rPr sz="1300" b="1">
                          <a:solidFill>
                            <a:srgbClr val="FFFFFF"/>
                          </a:solidFill>
                        </a:rPr>
                        <a:t>Who</a:t>
                      </a:r>
                    </a:p>
                  </a:txBody>
                  <a:tcPr marL="73152" marR="73152" marT="45720" marB="45720" anchor="ctr"/>
                </a:tc>
                <a:tc>
                  <a:txBody>
                    <a:bodyPr wrap="square"/>
                    <a:lstStyle/>
                    <a:p>
                      <a:r>
                        <a:rPr sz="1300" b="1">
                          <a:solidFill>
                            <a:srgbClr val="FFFFFF"/>
                          </a:solidFill>
                        </a:rPr>
                        <a:t>Signs or confirms</a:t>
                      </a:r>
                    </a:p>
                  </a:txBody>
                  <a:tcPr marL="73152" marR="73152" marT="45720" marB="45720" anchor="ctr"/>
                </a:tc>
                <a:tc>
                  <a:txBody>
                    <a:bodyPr wrap="square"/>
                    <a:lstStyle/>
                    <a:p>
                      <a:r>
                        <a:rPr sz="1300" b="1">
                          <a:solidFill>
                            <a:srgbClr val="FFFFFF"/>
                          </a:solidFill>
                        </a:rPr>
                        <a:t>Where the record lives</a:t>
                      </a:r>
                    </a:p>
                  </a:txBody>
                  <a:tcPr marL="73152" marR="73152" marT="45720" marB="45720" anchor="ctr"/>
                </a:tc>
                <a:tc>
                  <a:txBody>
                    <a:bodyPr wrap="square"/>
                    <a:lstStyle/>
                    <a:p>
                      <a:r>
                        <a:rPr sz="1300" b="1">
                          <a:solidFill>
                            <a:srgbClr val="FFFFFF"/>
                          </a:solidFill>
                        </a:rPr>
                        <a:t>Agreed?</a:t>
                      </a:r>
                    </a:p>
                  </a:txBody>
                  <a:tcPr marL="73152" marR="73152" marT="45720" marB="45720" anchor="ctr"/>
                </a:tc>
              </a:tr>
              <a:tr h="548640">
                <a:tc>
                  <a:txBody>
                    <a:bodyPr wrap="square"/>
                    <a:lstStyle/>
                    <a:p>
                      <a:r>
                        <a:rPr sz="1200" b="1">
                          <a:solidFill>
                            <a:srgbClr val="1F2D3D"/>
                          </a:solidFill>
                        </a:rPr>
                        <a:t>Inspect and grade</a:t>
                      </a:r>
                    </a:p>
                  </a:txBody>
                  <a:tcPr marL="73152" marR="73152" marT="45720" marB="45720" anchor="ctr"/>
                </a:tc>
                <a:tc>
                  <a:txBody>
                    <a:bodyPr wrap="square"/>
                    <a:lstStyle/>
                    <a:p>
                      <a:r>
                        <a:rPr sz="1200" b="0">
                          <a:solidFill>
                            <a:srgbClr val="1F2D3D"/>
                          </a:solidFill>
                        </a:rPr>
                        <a:t>Rig crew</a:t>
                      </a:r>
                    </a:p>
                  </a:txBody>
                  <a:tcPr marL="73152" marR="73152" marT="45720" marB="45720" anchor="ctr"/>
                </a:tc>
                <a:tc>
                  <a:txBody>
                    <a:bodyPr wrap="square"/>
                    <a:lstStyle/>
                    <a:p>
                      <a:r>
                        <a:rPr sz="1200" b="0">
                          <a:solidFill>
                            <a:srgbClr val="1F2D3D"/>
                          </a:solidFill>
                        </a:rPr>
                        <a:t>Grades, notes, photographs; model and serial off the plate</a:t>
                      </a:r>
                    </a:p>
                  </a:txBody>
                  <a:tcPr marL="73152" marR="73152" marT="45720" marB="45720" anchor="ctr"/>
                </a:tc>
                <a:tc>
                  <a:txBody>
                    <a:bodyPr wrap="square"/>
                    <a:lstStyle/>
                    <a:p>
                      <a:r>
                        <a:rPr sz="1200" b="0">
                          <a:solidFill>
                            <a:srgbClr val="1F2D3D"/>
                          </a:solidFill>
                        </a:rPr>
                        <a:t>SSORT, saved file on the rig</a:t>
                      </a:r>
                    </a:p>
                  </a:txBody>
                  <a:tcPr marL="73152" marR="73152" marT="45720" marB="45720" anchor="ctr"/>
                </a:tc>
                <a:tc>
                  <a:txBody>
                    <a:bodyPr wrap="square"/>
                    <a:lstStyle/>
                    <a:p>
                      <a:r>
                        <a:rPr sz="1200" b="0">
                          <a:solidFill>
                            <a:srgbClr val="1F2D3D"/>
                          </a:solidFill>
                        </a:rPr>
                        <a:t/>
                      </a:r>
                    </a:p>
                  </a:txBody>
                  <a:tcPr marL="73152" marR="73152" marT="45720" marB="45720" anchor="ctr"/>
                </a:tc>
              </a:tr>
              <a:tr h="548640">
                <a:tc>
                  <a:txBody>
                    <a:bodyPr wrap="square"/>
                    <a:lstStyle/>
                    <a:p>
                      <a:r>
                        <a:rPr sz="1200" b="1">
                          <a:solidFill>
                            <a:srgbClr val="1F2D3D"/>
                          </a:solidFill>
                        </a:rPr>
                        <a:t>Check and post</a:t>
                      </a:r>
                    </a:p>
                  </a:txBody>
                  <a:tcPr marL="73152" marR="73152" marT="45720" marB="45720" anchor="ctr"/>
                </a:tc>
                <a:tc>
                  <a:txBody>
                    <a:bodyPr wrap="square"/>
                    <a:lstStyle/>
                    <a:p>
                      <a:r>
                        <a:rPr sz="1200" b="0">
                          <a:solidFill>
                            <a:srgbClr val="1F2D3D"/>
                          </a:solidFill>
                        </a:rPr>
                        <a:t>Subsea Supervisor (SSS)</a:t>
                      </a:r>
                    </a:p>
                  </a:txBody>
                  <a:tcPr marL="73152" marR="73152" marT="45720" marB="45720" anchor="ctr"/>
                </a:tc>
                <a:tc>
                  <a:txBody>
                    <a:bodyPr wrap="square"/>
                    <a:lstStyle/>
                    <a:p>
                      <a:r>
                        <a:rPr sz="1200" b="0">
                          <a:solidFill>
                            <a:srgbClr val="1F2D3D"/>
                          </a:solidFill>
                        </a:rPr>
                        <a:t>Presses Post to OEM + Dashboard</a:t>
                      </a:r>
                    </a:p>
                  </a:txBody>
                  <a:tcPr marL="73152" marR="73152" marT="45720" marB="45720" anchor="ctr"/>
                </a:tc>
                <a:tc>
                  <a:txBody>
                    <a:bodyPr wrap="square"/>
                    <a:lstStyle/>
                    <a:p>
                      <a:r>
                        <a:rPr sz="1200" b="0">
                          <a:solidFill>
                            <a:srgbClr val="1F2D3D"/>
                          </a:solidFill>
                        </a:rPr>
                        <a:t>PostedReports: the master record</a:t>
                      </a:r>
                    </a:p>
                  </a:txBody>
                  <a:tcPr marL="73152" marR="73152" marT="45720" marB="45720" anchor="ctr"/>
                </a:tc>
                <a:tc>
                  <a:txBody>
                    <a:bodyPr wrap="square"/>
                    <a:lstStyle/>
                    <a:p>
                      <a:r>
                        <a:rPr sz="1200" b="0">
                          <a:solidFill>
                            <a:srgbClr val="1F2D3D"/>
                          </a:solidFill>
                        </a:rPr>
                        <a:t/>
                      </a:r>
                    </a:p>
                  </a:txBody>
                  <a:tcPr marL="73152" marR="73152" marT="45720" marB="45720" anchor="ctr"/>
                </a:tc>
              </a:tr>
              <a:tr h="548640">
                <a:tc>
                  <a:txBody>
                    <a:bodyPr wrap="square"/>
                    <a:lstStyle/>
                    <a:p>
                      <a:r>
                        <a:rPr sz="1200" b="1">
                          <a:solidFill>
                            <a:srgbClr val="1F2D3D"/>
                          </a:solidFill>
                        </a:rPr>
                        <a:t>Rig awareness</a:t>
                      </a:r>
                    </a:p>
                  </a:txBody>
                  <a:tcPr marL="73152" marR="73152" marT="45720" marB="45720" anchor="ctr"/>
                </a:tc>
                <a:tc>
                  <a:txBody>
                    <a:bodyPr wrap="square"/>
                    <a:lstStyle/>
                    <a:p>
                      <a:r>
                        <a:rPr sz="1200" b="0">
                          <a:solidFill>
                            <a:srgbClr val="1F2D3D"/>
                          </a:solidFill>
                        </a:rPr>
                        <a:t>TSL</a:t>
                      </a:r>
                    </a:p>
                  </a:txBody>
                  <a:tcPr marL="73152" marR="73152" marT="45720" marB="45720" anchor="ctr"/>
                </a:tc>
                <a:tc>
                  <a:txBody>
                    <a:bodyPr wrap="square"/>
                    <a:lstStyle/>
                    <a:p>
                      <a:r>
                        <a:rPr sz="1200" b="0">
                          <a:solidFill>
                            <a:srgbClr val="1F2D3D"/>
                          </a:solidFill>
                        </a:rPr>
                        <a:t>Copied on the NOV email</a:t>
                      </a:r>
                    </a:p>
                  </a:txBody>
                  <a:tcPr marL="73152" marR="73152" marT="45720" marB="45720" anchor="ctr"/>
                </a:tc>
                <a:tc>
                  <a:txBody>
                    <a:bodyPr wrap="square"/>
                    <a:lstStyle/>
                    <a:p>
                      <a:r>
                        <a:rPr sz="1200" b="0">
                          <a:solidFill>
                            <a:srgbClr val="1F2D3D"/>
                          </a:solidFill>
                        </a:rPr>
                        <a:t>The OEM email</a:t>
                      </a:r>
                    </a:p>
                  </a:txBody>
                  <a:tcPr marL="73152" marR="73152" marT="45720" marB="45720" anchor="ctr"/>
                </a:tc>
                <a:tc>
                  <a:txBody>
                    <a:bodyPr wrap="square"/>
                    <a:lstStyle/>
                    <a:p>
                      <a:r>
                        <a:rPr sz="1200" b="0">
                          <a:solidFill>
                            <a:srgbClr val="1F2D3D"/>
                          </a:solidFill>
                        </a:rPr>
                        <a:t/>
                      </a:r>
                    </a:p>
                  </a:txBody>
                  <a:tcPr marL="73152" marR="73152" marT="45720" marB="45720" anchor="ctr"/>
                </a:tc>
              </a:tr>
              <a:tr h="548640">
                <a:tc>
                  <a:txBody>
                    <a:bodyPr wrap="square"/>
                    <a:lstStyle/>
                    <a:p>
                      <a:r>
                        <a:rPr sz="1200" b="1">
                          <a:solidFill>
                            <a:srgbClr val="1F2D3D"/>
                          </a:solidFill>
                        </a:rPr>
                        <a:t>Office review</a:t>
                      </a:r>
                    </a:p>
                  </a:txBody>
                  <a:tcPr marL="73152" marR="73152" marT="45720" marB="45720" anchor="ctr"/>
                </a:tc>
                <a:tc>
                  <a:txBody>
                    <a:bodyPr wrap="square"/>
                    <a:lstStyle/>
                    <a:p>
                      <a:r>
                        <a:rPr sz="1200" b="0">
                          <a:solidFill>
                            <a:srgbClr val="1F2D3D"/>
                          </a:solidFill>
                        </a:rPr>
                        <a:t>Subsea Superintendent</a:t>
                      </a:r>
                    </a:p>
                  </a:txBody>
                  <a:tcPr marL="73152" marR="73152" marT="45720" marB="45720" anchor="ctr"/>
                </a:tc>
                <a:tc>
                  <a:txBody>
                    <a:bodyPr wrap="square"/>
                    <a:lstStyle/>
                    <a:p>
                      <a:r>
                        <a:rPr sz="1200" b="0">
                          <a:solidFill>
                            <a:srgbClr val="1F2D3D"/>
                          </a:solidFill>
                        </a:rPr>
                        <a:t>Follows up 4s and 5s; raises the CM work order</a:t>
                      </a:r>
                    </a:p>
                  </a:txBody>
                  <a:tcPr marL="73152" marR="73152" marT="45720" marB="45720" anchor="ctr"/>
                </a:tc>
                <a:tc>
                  <a:txBody>
                    <a:bodyPr wrap="square"/>
                    <a:lstStyle/>
                    <a:p>
                      <a:r>
                        <a:rPr sz="1200" b="0">
                          <a:solidFill>
                            <a:srgbClr val="1F2D3D"/>
                          </a:solidFill>
                        </a:rPr>
                        <a:t>Dashboard, SACRED DATA, Maximo</a:t>
                      </a:r>
                    </a:p>
                  </a:txBody>
                  <a:tcPr marL="73152" marR="73152" marT="45720" marB="45720" anchor="ctr"/>
                </a:tc>
                <a:tc>
                  <a:txBody>
                    <a:bodyPr wrap="square"/>
                    <a:lstStyle/>
                    <a:p>
                      <a:r>
                        <a:rPr sz="1200" b="0">
                          <a:solidFill>
                            <a:srgbClr val="1F2D3D"/>
                          </a:solidFill>
                        </a:rPr>
                        <a:t/>
                      </a:r>
                    </a:p>
                  </a:txBody>
                  <a:tcPr marL="73152" marR="73152" marT="45720" marB="45720" anchor="ctr"/>
                </a:tc>
              </a:tr>
              <a:tr h="548640">
                <a:tc>
                  <a:txBody>
                    <a:bodyPr wrap="square"/>
                    <a:lstStyle/>
                    <a:p>
                      <a:r>
                        <a:rPr sz="1200" b="1">
                          <a:solidFill>
                            <a:srgbClr val="1F2D3D"/>
                          </a:solidFill>
                        </a:rPr>
                        <a:t>OEM review</a:t>
                      </a:r>
                    </a:p>
                  </a:txBody>
                  <a:tcPr marL="73152" marR="73152" marT="45720" marB="45720" anchor="ctr"/>
                </a:tc>
                <a:tc>
                  <a:txBody>
                    <a:bodyPr wrap="square"/>
                    <a:lstStyle/>
                    <a:p>
                      <a:r>
                        <a:rPr sz="1200" b="0">
                          <a:solidFill>
                            <a:srgbClr val="1F2D3D"/>
                          </a:solidFill>
                        </a:rPr>
                        <a:t>NOV</a:t>
                      </a:r>
                    </a:p>
                  </a:txBody>
                  <a:tcPr marL="73152" marR="73152" marT="45720" marB="45720" anchor="ctr"/>
                </a:tc>
                <a:tc>
                  <a:txBody>
                    <a:bodyPr wrap="square"/>
                    <a:lstStyle/>
                    <a:p>
                      <a:r>
                        <a:rPr sz="1200" b="0">
                          <a:solidFill>
                            <a:srgbClr val="1F2D3D"/>
                          </a:solidFill>
                        </a:rPr>
                        <a:t>Reviews; replies to Seadrill in copy</a:t>
                      </a:r>
                    </a:p>
                  </a:txBody>
                  <a:tcPr marL="73152" marR="73152" marT="45720" marB="45720" anchor="ctr"/>
                </a:tc>
                <a:tc>
                  <a:txBody>
                    <a:bodyPr wrap="square"/>
                    <a:lstStyle/>
                    <a:p>
                      <a:r>
                        <a:rPr sz="1200" b="0">
                          <a:solidFill>
                            <a:srgbClr val="1F2D3D"/>
                          </a:solidFill>
                        </a:rPr>
                        <a:t>NOV's email: report and test records</a:t>
                      </a:r>
                    </a:p>
                  </a:txBody>
                  <a:tcPr marL="73152" marR="73152" marT="45720" marB="45720" anchor="ctr"/>
                </a:tc>
                <a:tc>
                  <a:txBody>
                    <a:bodyPr wrap="square"/>
                    <a:lstStyle/>
                    <a:p>
                      <a:r>
                        <a:rPr sz="1200" b="0">
                          <a:solidFill>
                            <a:srgbClr val="1F2D3D"/>
                          </a:solidFill>
                        </a:rPr>
                        <a:t/>
                      </a:r>
                    </a:p>
                  </a:txBody>
                  <a:tcPr marL="73152" marR="73152" marT="45720" marB="45720" anchor="ctr"/>
                </a:tc>
              </a:tr>
              <a:tr h="548640">
                <a:tc>
                  <a:txBody>
                    <a:bodyPr wrap="square"/>
                    <a:lstStyle/>
                    <a:p>
                      <a:r>
                        <a:rPr sz="1200" b="1">
                          <a:solidFill>
                            <a:srgbClr val="1F2D3D"/>
                          </a:solidFill>
                        </a:rPr>
                        <a:t>Controlled filing</a:t>
                      </a:r>
                    </a:p>
                  </a:txBody>
                  <a:tcPr marL="73152" marR="73152" marT="45720" marB="45720" anchor="ctr"/>
                </a:tc>
                <a:tc>
                  <a:txBody>
                    <a:bodyPr wrap="square"/>
                    <a:lstStyle/>
                    <a:p>
                      <a:r>
                        <a:rPr sz="1200" b="0">
                          <a:solidFill>
                            <a:srgbClr val="1F2D3D"/>
                          </a:solidFill>
                        </a:rPr>
                        <a:t>Office</a:t>
                      </a:r>
                    </a:p>
                  </a:txBody>
                  <a:tcPr marL="73152" marR="73152" marT="45720" marB="45720" anchor="ctr"/>
                </a:tc>
                <a:tc>
                  <a:txBody>
                    <a:bodyPr wrap="square"/>
                    <a:lstStyle/>
                    <a:p>
                      <a:r>
                        <a:rPr sz="1200" b="0">
                          <a:solidFill>
                            <a:srgbClr val="1F2D3D"/>
                          </a:solidFill>
                        </a:rPr>
                        <a:t>The eDocs number</a:t>
                      </a:r>
                    </a:p>
                  </a:txBody>
                  <a:tcPr marL="73152" marR="73152" marT="45720" marB="45720" anchor="ctr"/>
                </a:tc>
                <a:tc>
                  <a:txBody>
                    <a:bodyPr wrap="square"/>
                    <a:lstStyle/>
                    <a:p>
                      <a:r>
                        <a:rPr sz="1200" b="0">
                          <a:solidFill>
                            <a:srgbClr val="1F2D3D"/>
                          </a:solidFill>
                        </a:rPr>
                        <a:t>eDocs (the connector waits on ISIT)</a:t>
                      </a:r>
                    </a:p>
                  </a:txBody>
                  <a:tcPr marL="73152" marR="73152" marT="45720" marB="45720" anchor="ctr"/>
                </a:tc>
                <a:tc>
                  <a:txBody>
                    <a:bodyPr wrap="square"/>
                    <a:lstStyle/>
                    <a:p>
                      <a:r>
                        <a:rPr sz="1200" b="0">
                          <a:solidFill>
                            <a:srgbClr val="1F2D3D"/>
                          </a:solidFill>
                        </a:rPr>
                        <a:t/>
                      </a:r>
                    </a:p>
                  </a:txBody>
                  <a:tcPr marL="73152" marR="73152" marT="45720" marB="45720" anchor="ct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a:xfrm>
            <a:off x="384048" y="384048"/>
            <a:ext cx="11411712" cy="932688"/>
          </a:xfrm>
        </p:spPr>
        <p:txBody>
          <a:bodyPr/>
          <a:lstStyle/>
          <a:p>
            <a:r>
              <a:rPr sz="3000" b="1"/>
              <a:t>The one change that removes the most double handling</a:t>
            </a:r>
          </a:p>
        </p:txBody>
      </p:sp>
      <p:sp>
        <p:nvSpPr>
          <p:cNvPr id="4" name="Text Placeholder 3"/>
          <p:cNvSpPr>
            <a:spLocks noGrp="1"/>
          </p:cNvSpPr>
          <p:nvPr>
            <p:ph type="body" idx="13" sz="quarter"/>
          </p:nvPr>
        </p:nvSpPr>
        <p:spPr>
          <a:xfrm>
            <a:off x="384048" y="1417320"/>
            <a:ext cx="11411712" cy="292608"/>
          </a:xfrm>
        </p:spPr>
        <p:txBody>
          <a:bodyPr/>
          <a:lstStyle/>
          <a:p>
            <a:r>
              <a:rPr sz="1300" b="1">
                <a:solidFill>
                  <a:srgbClr val="5A6472"/>
                </a:solidFill>
              </a:rPr>
              <a:t>One answer each, then we pick one</a:t>
            </a:r>
          </a:p>
        </p:txBody>
      </p:sp>
      <p:sp>
        <p:nvSpPr>
          <p:cNvPr id="5" name="TextBox 4"/>
          <p:cNvSpPr txBox="1"/>
          <p:nvPr/>
        </p:nvSpPr>
        <p:spPr>
          <a:xfrm>
            <a:off x="384048" y="1828800"/>
            <a:ext cx="3566160" cy="320040"/>
          </a:xfrm>
          <a:prstGeom prst="rect">
            <a:avLst/>
          </a:prstGeom>
          <a:noFill/>
        </p:spPr>
        <p:txBody>
          <a:bodyPr wrap="square" lIns="0" rIns="0" tIns="0" bIns="0">
            <a:spAutoFit/>
          </a:bodyPr>
          <a:lstStyle/>
          <a:p>
            <a:pPr algn="l">
              <a:spcAft>
                <a:spcPts val="400"/>
              </a:spcAft>
            </a:pPr>
            <a:r>
              <a:rPr sz="1600" b="1">
                <a:solidFill>
                  <a:srgbClr val="002C77"/>
                </a:solidFill>
              </a:rPr>
              <a:t>Where we see it today</a:t>
            </a:r>
          </a:p>
        </p:txBody>
      </p:sp>
      <p:sp>
        <p:nvSpPr>
          <p:cNvPr id="6" name="TextBox 5"/>
          <p:cNvSpPr txBox="1"/>
          <p:nvPr/>
        </p:nvSpPr>
        <p:spPr>
          <a:xfrm>
            <a:off x="384048" y="2240280"/>
            <a:ext cx="3566160" cy="3291840"/>
          </a:xfrm>
          <a:prstGeom prst="rect">
            <a:avLst/>
          </a:prstGeom>
          <a:noFill/>
        </p:spPr>
        <p:txBody>
          <a:bodyPr wrap="square" lIns="0" rIns="0" tIns="0" bIns="0">
            <a:spAutoFit/>
          </a:bodyPr>
          <a:lstStyle/>
          <a:p>
            <a:pPr algn="l">
              <a:spcAft>
                <a:spcPts val="1000"/>
              </a:spcAft>
            </a:pPr>
            <a:r>
              <a:rPr sz="1400" b="0">
                <a:solidFill>
                  <a:srgbClr val="1F2D3D"/>
                </a:solidFill>
              </a:rPr>
              <a:t>Cycle counts typed by hand that PLATO already holds?</a:t>
            </a:r>
          </a:p>
          <a:p>
            <a:pPr algn="l">
              <a:spcAft>
                <a:spcPts val="1000"/>
              </a:spcAft>
            </a:pPr>
            <a:r>
              <a:rPr sz="1400" b="0">
                <a:solidFill>
                  <a:srgbClr val="1F2D3D"/>
                </a:solidFill>
              </a:rPr>
              <a:t>A grade entered in SSORT, then again in Maximo?</a:t>
            </a:r>
          </a:p>
          <a:p>
            <a:pPr algn="l">
              <a:spcAft>
                <a:spcPts val="1000"/>
              </a:spcAft>
            </a:pPr>
            <a:r>
              <a:rPr sz="1400" b="0">
                <a:solidFill>
                  <a:srgbClr val="1F2D3D"/>
                </a:solidFill>
              </a:rPr>
              <a:t>Reports re-sent to NOV by email or Teams?</a:t>
            </a:r>
          </a:p>
          <a:p>
            <a:pPr algn="l">
              <a:spcAft>
                <a:spcPts val="1000"/>
              </a:spcAft>
            </a:pPr>
            <a:r>
              <a:rPr sz="1400" b="0">
                <a:solidFill>
                  <a:srgbClr val="1F2D3D"/>
                </a:solidFill>
              </a:rPr>
              <a:t>The same unit described in three places?</a:t>
            </a:r>
          </a:p>
        </p:txBody>
      </p:sp>
      <p:graphicFrame>
        <p:nvGraphicFramePr>
          <p:cNvPr id="7" name="Table 6"/>
          <p:cNvGraphicFramePr>
            <a:graphicFrameLocks noGrp="1"/>
          </p:cNvGraphicFramePr>
          <p:nvPr/>
        </p:nvGraphicFramePr>
        <p:xfrm>
          <a:off x="4251960" y="1828800"/>
          <a:ext cx="7543799" cy="3520440"/>
        </p:xfrm>
        <a:graphic>
          <a:graphicData uri="http://schemas.openxmlformats.org/drawingml/2006/table">
            <a:tbl>
              <a:tblPr firstRow="1" bandRow="1">
                <a:tableStyleId>{5C22544A-7EE6-4342-B048-85BDC9FD1C3A}</a:tableStyleId>
              </a:tblPr>
              <a:tblGrid>
                <a:gridCol w="350874"/>
                <a:gridCol w="2631558"/>
                <a:gridCol w="2631558"/>
                <a:gridCol w="1052623"/>
                <a:gridCol w="877186"/>
              </a:tblGrid>
              <a:tr h="502920">
                <a:tc>
                  <a:txBody>
                    <a:bodyPr wrap="square"/>
                    <a:lstStyle/>
                    <a:p>
                      <a:r>
                        <a:rPr sz="1300" b="1">
                          <a:solidFill>
                            <a:srgbClr val="FFFFFF"/>
                          </a:solidFill>
                        </a:rPr>
                        <a:t>#</a:t>
                      </a:r>
                    </a:p>
                  </a:txBody>
                  <a:tcPr marL="73152" marR="73152" marT="45720" marB="45720" anchor="ctr"/>
                </a:tc>
                <a:tc>
                  <a:txBody>
                    <a:bodyPr wrap="square"/>
                    <a:lstStyle/>
                    <a:p>
                      <a:r>
                        <a:rPr sz="1300" b="1">
                          <a:solidFill>
                            <a:srgbClr val="FFFFFF"/>
                          </a:solidFill>
                        </a:rPr>
                        <a:t>Double handling today</a:t>
                      </a:r>
                    </a:p>
                  </a:txBody>
                  <a:tcPr marL="73152" marR="73152" marT="45720" marB="45720" anchor="ctr"/>
                </a:tc>
                <a:tc>
                  <a:txBody>
                    <a:bodyPr wrap="square"/>
                    <a:lstStyle/>
                    <a:p>
                      <a:r>
                        <a:rPr sz="1300" b="1">
                          <a:solidFill>
                            <a:srgbClr val="FFFFFF"/>
                          </a:solidFill>
                        </a:rPr>
                        <a:t>The one change</a:t>
                      </a:r>
                    </a:p>
                  </a:txBody>
                  <a:tcPr marL="73152" marR="73152" marT="45720" marB="45720" anchor="ctr"/>
                </a:tc>
                <a:tc>
                  <a:txBody>
                    <a:bodyPr wrap="square"/>
                    <a:lstStyle/>
                    <a:p>
                      <a:r>
                        <a:rPr sz="1300" b="1">
                          <a:solidFill>
                            <a:srgbClr val="FFFFFF"/>
                          </a:solidFill>
                        </a:rPr>
                        <a:t>Owner</a:t>
                      </a:r>
                    </a:p>
                  </a:txBody>
                  <a:tcPr marL="73152" marR="73152" marT="45720" marB="45720" anchor="ctr"/>
                </a:tc>
                <a:tc>
                  <a:txBody>
                    <a:bodyPr wrap="square"/>
                    <a:lstStyle/>
                    <a:p>
                      <a:r>
                        <a:rPr sz="1300" b="1">
                          <a:solidFill>
                            <a:srgbClr val="FFFFFF"/>
                          </a:solidFill>
                        </a:rPr>
                        <a:t>Date</a:t>
                      </a:r>
                    </a:p>
                  </a:txBody>
                  <a:tcPr marL="73152" marR="73152" marT="45720" marB="45720" anchor="ctr"/>
                </a:tc>
              </a:tr>
              <a:tr h="502920">
                <a:tc>
                  <a:txBody>
                    <a:bodyPr wrap="square"/>
                    <a:lstStyle/>
                    <a:p>
                      <a:r>
                        <a:rPr sz="1200" b="1">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r>
              <a:tr h="502920">
                <a:tc>
                  <a:txBody>
                    <a:bodyPr wrap="square"/>
                    <a:lstStyle/>
                    <a:p>
                      <a:r>
                        <a:rPr sz="1200" b="1">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r>
              <a:tr h="502920">
                <a:tc>
                  <a:txBody>
                    <a:bodyPr wrap="square"/>
                    <a:lstStyle/>
                    <a:p>
                      <a:r>
                        <a:rPr sz="1200" b="1">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r>
              <a:tr h="502920">
                <a:tc>
                  <a:txBody>
                    <a:bodyPr wrap="square"/>
                    <a:lstStyle/>
                    <a:p>
                      <a:r>
                        <a:rPr sz="1200" b="1">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r>
              <a:tr h="502920">
                <a:tc>
                  <a:txBody>
                    <a:bodyPr wrap="square"/>
                    <a:lstStyle/>
                    <a:p>
                      <a:r>
                        <a:rPr sz="1200" b="1">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r>
              <a:tr h="502920">
                <a:tc>
                  <a:txBody>
                    <a:bodyPr wrap="square"/>
                    <a:lstStyle/>
                    <a:p>
                      <a:r>
                        <a:rPr sz="1200" b="1">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c>
                  <a:txBody>
                    <a:bodyPr wrap="square"/>
                    <a:lstStyle/>
                    <a:p>
                      <a:r>
                        <a:rPr sz="1200" b="0">
                          <a:solidFill>
                            <a:srgbClr val="1F2D3D"/>
                          </a:solidFill>
                        </a:rPr>
                        <a:t/>
                      </a:r>
                    </a:p>
                  </a:txBody>
                  <a:tcPr marL="73152" marR="73152" marT="45720" marB="45720" anchor="ctr"/>
                </a:tc>
              </a:tr>
            </a:tbl>
          </a:graphicData>
        </a:graphic>
      </p:graphicFrame>
      <p:sp>
        <p:nvSpPr>
          <p:cNvPr id="8" name="Rounded Rectangle 7"/>
          <p:cNvSpPr/>
          <p:nvPr/>
        </p:nvSpPr>
        <p:spPr>
          <a:xfrm>
            <a:off x="384048" y="5486400"/>
            <a:ext cx="11411712" cy="502920"/>
          </a:xfrm>
          <a:prstGeom prst="roundRect">
            <a:avLst>
              <a:gd name="adj" fmla="val 6000"/>
            </a:avLst>
          </a:prstGeom>
          <a:solidFill>
            <a:srgbClr val="002C77"/>
          </a:solidFill>
          <a:ln>
            <a:noFill/>
          </a:ln>
          <a:effectLst/>
        </p:spPr>
        <p:style>
          <a:lnRef idx="1">
            <a:schemeClr val="accent1"/>
          </a:lnRef>
          <a:fillRef idx="3">
            <a:schemeClr val="accent1"/>
          </a:fillRef>
          <a:effectRef idx="2">
            <a:schemeClr val="accent1"/>
          </a:effectRef>
          <a:fontRef idx="minor">
            <a:schemeClr val="lt1"/>
          </a:fontRef>
        </p:style>
        <p:txBody>
          <a:bodyPr rtlCol="0" anchor="ctr" lIns="182880" rIns="182880" tIns="91440" bIns="91440" wrap="square"/>
          <a:lstStyle/>
          <a:p>
            <a:pPr algn="l">
              <a:spcAft>
                <a:spcPts val="400"/>
              </a:spcAft>
            </a:pPr>
            <a:r>
              <a:rPr sz="1500" b="1">
                <a:solidFill>
                  <a:srgbClr val="EDB71E"/>
                </a:solidFill>
              </a:rPr>
              <a:t>The vote:  </a:t>
            </a:r>
            <a:r>
              <a:rPr sz="1500" b="0">
                <a:solidFill>
                  <a:srgbClr val="FFFFFF"/>
                </a:solidFill>
              </a:rPr>
              <a:t>one change goes to the top of the action list.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97280" y="822960"/>
            <a:ext cx="9966960" cy="914400"/>
          </a:xfrm>
          <a:prstGeom prst="rect">
            <a:avLst/>
          </a:prstGeom>
          <a:noFill/>
        </p:spPr>
        <p:txBody>
          <a:bodyPr wrap="square" lIns="0" rIns="0" tIns="0" bIns="0">
            <a:spAutoFit/>
          </a:bodyPr>
          <a:lstStyle/>
          <a:p>
            <a:pPr algn="l">
              <a:spcAft>
                <a:spcPts val="400"/>
              </a:spcAft>
            </a:pPr>
            <a:r>
              <a:rPr sz="4000" b="1">
                <a:solidFill>
                  <a:srgbClr val="FFFFFF"/>
                </a:solidFill>
              </a:rPr>
              <a:t>Thank you</a:t>
            </a:r>
          </a:p>
        </p:txBody>
      </p:sp>
      <p:sp>
        <p:nvSpPr>
          <p:cNvPr id="3" name="TextBox 2"/>
          <p:cNvSpPr txBox="1"/>
          <p:nvPr/>
        </p:nvSpPr>
        <p:spPr>
          <a:xfrm>
            <a:off x="1097280" y="1783080"/>
            <a:ext cx="9966960" cy="548640"/>
          </a:xfrm>
          <a:prstGeom prst="rect">
            <a:avLst/>
          </a:prstGeom>
          <a:noFill/>
        </p:spPr>
        <p:txBody>
          <a:bodyPr wrap="square" lIns="0" rIns="0" tIns="0" bIns="0">
            <a:spAutoFit/>
          </a:bodyPr>
          <a:lstStyle/>
          <a:p>
            <a:pPr algn="l">
              <a:spcAft>
                <a:spcPts val="400"/>
              </a:spcAft>
            </a:pPr>
            <a:r>
              <a:rPr sz="1600" b="1">
                <a:solidFill>
                  <a:srgbClr val="FFFFFF"/>
                </a:solidFill>
              </a:rPr>
              <a:t>Dan Plant   </a:t>
            </a:r>
            <a:r>
              <a:rPr sz="1600" b="0">
                <a:solidFill>
                  <a:srgbClr val="FFFFFF"/>
                </a:solidFill>
              </a:rPr>
              <a:t>daniel.plant@seadrill.com</a:t>
            </a:r>
          </a:p>
        </p:txBody>
      </p:sp>
      <p:sp>
        <p:nvSpPr>
          <p:cNvPr id="4" name="TextBox 3"/>
          <p:cNvSpPr txBox="1"/>
          <p:nvPr/>
        </p:nvSpPr>
        <p:spPr>
          <a:xfrm>
            <a:off x="1097280" y="3886200"/>
            <a:ext cx="9966960" cy="411480"/>
          </a:xfrm>
          <a:prstGeom prst="rect">
            <a:avLst/>
          </a:prstGeom>
          <a:noFill/>
        </p:spPr>
        <p:txBody>
          <a:bodyPr wrap="square" lIns="0" rIns="0" tIns="0" bIns="0">
            <a:spAutoFit/>
          </a:bodyPr>
          <a:lstStyle/>
          <a:p>
            <a:pPr algn="l">
              <a:spcAft>
                <a:spcPts val="400"/>
              </a:spcAft>
            </a:pPr>
            <a:r>
              <a:rPr sz="1800" b="1">
                <a:solidFill>
                  <a:srgbClr val="EDB71E"/>
                </a:solidFill>
              </a:rPr>
              <a:t>What goes on the action list</a:t>
            </a:r>
          </a:p>
        </p:txBody>
      </p:sp>
      <p:sp>
        <p:nvSpPr>
          <p:cNvPr id="5" name="TextBox 4"/>
          <p:cNvSpPr txBox="1"/>
          <p:nvPr/>
        </p:nvSpPr>
        <p:spPr>
          <a:xfrm>
            <a:off x="1097280" y="4343400"/>
            <a:ext cx="10058400" cy="1554480"/>
          </a:xfrm>
          <a:prstGeom prst="rect">
            <a:avLst/>
          </a:prstGeom>
          <a:noFill/>
        </p:spPr>
        <p:txBody>
          <a:bodyPr wrap="square" lIns="0" rIns="0" tIns="0" bIns="0">
            <a:spAutoFit/>
          </a:bodyPr>
          <a:lstStyle/>
          <a:p>
            <a:pPr algn="l">
              <a:spcAft>
                <a:spcPts val="600"/>
              </a:spcAft>
            </a:pPr>
            <a:r>
              <a:rPr sz="1600" b="0">
                <a:solidFill>
                  <a:srgbClr val="FFFFFF"/>
                </a:solidFill>
              </a:rPr>
              <a:t>–  The sign-off table, as agreed, with owners for the rows we did not agree</a:t>
            </a:r>
          </a:p>
          <a:p>
            <a:pPr algn="l">
              <a:spcAft>
                <a:spcPts val="600"/>
              </a:spcAft>
            </a:pPr>
            <a:r>
              <a:rPr sz="1600" b="0">
                <a:solidFill>
                  <a:srgbClr val="FFFFFF"/>
                </a:solidFill>
              </a:rPr>
              <a:t>–  The one change, with an owner and a date</a:t>
            </a:r>
          </a:p>
          <a:p>
            <a:pPr algn="l">
              <a:spcAft>
                <a:spcPts val="600"/>
              </a:spcAft>
            </a:pPr>
            <a:r>
              <a:rPr sz="1600" b="0">
                <a:solidFill>
                  <a:srgbClr val="FFFFFF"/>
                </a:solidFill>
              </a:rPr>
              <a:t>–  Any CBM class, task or grade that is still wrong: tell Dan, as Brad did</a:t>
            </a:r>
          </a:p>
        </p:txBody>
      </p:sp>
    </p:spTree>
  </p:cSld>
  <p:clrMapOvr>
    <a:masterClrMapping/>
  </p:clrMapOvr>
</p:sld>
</file>

<file path=ppt/theme/theme1.xml><?xml version="1.0" encoding="utf-8"?>
<a:theme xmlns:a="http://schemas.openxmlformats.org/drawingml/2006/main" name="Custom Design">
  <a:themeElements>
    <a:clrScheme name="Seadrill">
      <a:dk1>
        <a:srgbClr val="000000"/>
      </a:dk1>
      <a:lt1>
        <a:srgbClr val="FFFFFF"/>
      </a:lt1>
      <a:dk2>
        <a:srgbClr val="212121"/>
      </a:dk2>
      <a:lt2>
        <a:srgbClr val="E7E6E6"/>
      </a:lt2>
      <a:accent1>
        <a:srgbClr val="002C77"/>
      </a:accent1>
      <a:accent2>
        <a:srgbClr val="EDB71E"/>
      </a:accent2>
      <a:accent3>
        <a:srgbClr val="0082C0"/>
      </a:accent3>
      <a:accent4>
        <a:srgbClr val="E25303"/>
      </a:accent4>
      <a:accent5>
        <a:srgbClr val="43C0E8"/>
      </a:accent5>
      <a:accent6>
        <a:srgbClr val="002C7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vert="horz" lIns="0" tIns="0" rIns="0" bIns="0" rtlCol="0">
        <a:noAutofit/>
      </a:bodyPr>
      <a:lstStyle>
        <a:defPPr marL="285750" indent="-285750" algn="l">
          <a:spcAft>
            <a:spcPts val="800"/>
          </a:spcAft>
          <a:buFont typeface="Arial" panose="020B0604020202020204" pitchFamily="34" charset="0"/>
          <a:buChar char="•"/>
          <a:defRPr dirty="0" smtClean="0"/>
        </a:defPPr>
      </a:lstStyle>
    </a:txDef>
  </a:objectDefaults>
  <a:extraClrSchemeLst/>
  <a:extLst>
    <a:ext uri="{05A4C25C-085E-4340-85A3-A5531E510DB2}">
      <thm15:themeFamily xmlns:thm15="http://schemas.microsoft.com/office/thememl/2012/main" name="Presentation1" id="{29CB1990-084D-474A-AA12-987D6F159E80}" vid="{3E671490-3286-4DE2-AAFC-3345196B7B2E}"/>
    </a:ext>
  </a:extLst>
</a:theme>
</file>

<file path=ppt/theme/theme2.xml><?xml version="1.0" encoding="utf-8"?>
<a:theme xmlns:a="http://schemas.openxmlformats.org/drawingml/2006/main" name="1_Office Theme">
  <a:themeElements>
    <a:clrScheme name="Custom 2">
      <a:dk1>
        <a:sysClr val="windowText" lastClr="000000"/>
      </a:dk1>
      <a:lt1>
        <a:sysClr val="window" lastClr="FFFFFF"/>
      </a:lt1>
      <a:dk2>
        <a:srgbClr val="44546A"/>
      </a:dk2>
      <a:lt2>
        <a:srgbClr val="E7E6E6"/>
      </a:lt2>
      <a:accent1>
        <a:srgbClr val="002C77"/>
      </a:accent1>
      <a:accent2>
        <a:srgbClr val="EDB71E"/>
      </a:accent2>
      <a:accent3>
        <a:srgbClr val="0082C0"/>
      </a:accent3>
      <a:accent4>
        <a:srgbClr val="E25303"/>
      </a:accent4>
      <a:accent5>
        <a:srgbClr val="717F81"/>
      </a:accent5>
      <a:accent6>
        <a:srgbClr val="595959"/>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29CB1990-084D-474A-AA12-987D6F159E80}" vid="{8B204F00-078A-44CB-9993-A4DC78445B4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1375B9474D2B458DD600039FC86ED7" ma:contentTypeVersion="4" ma:contentTypeDescription="Create a new document." ma:contentTypeScope="" ma:versionID="8ca5b959edefb95593e01c11d373b297">
  <xsd:schema xmlns:xsd="http://www.w3.org/2001/XMLSchema" xmlns:xs="http://www.w3.org/2001/XMLSchema" xmlns:p="http://schemas.microsoft.com/office/2006/metadata/properties" xmlns:ns2="be0707e9-4c2d-4f2b-a5be-32a9f9aedd29" xmlns:ns3="847bfa46-a70a-4209-b9e7-b1c0d256b223" targetNamespace="http://schemas.microsoft.com/office/2006/metadata/properties" ma:root="true" ma:fieldsID="4749cbcf97829576cb0a0b06cd7bf072" ns2:_="" ns3:_="">
    <xsd:import namespace="be0707e9-4c2d-4f2b-a5be-32a9f9aedd29"/>
    <xsd:import namespace="847bfa46-a70a-4209-b9e7-b1c0d256b223"/>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e0707e9-4c2d-4f2b-a5be-32a9f9aedd2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47bfa46-a70a-4209-b9e7-b1c0d256b22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file>

<file path=customXml/itemProps1.xml><?xml version="1.0" encoding="utf-8"?>
<ds:datastoreItem xmlns:ds="http://schemas.openxmlformats.org/officeDocument/2006/customXml" ds:itemID="{F775844E-0793-428A-AF85-9E8CB14D5142}">
  <ds:schemaRefs>
    <ds:schemaRef ds:uri="http://schemas.microsoft.com/sharepoint/v3/contenttype/forms"/>
  </ds:schemaRefs>
</ds:datastoreItem>
</file>

<file path=customXml/itemProps2.xml><?xml version="1.0" encoding="utf-8"?>
<ds:datastoreItem xmlns:ds="http://schemas.openxmlformats.org/officeDocument/2006/customXml" ds:itemID="{0A7E113A-FB21-4BBE-9696-7AC26CA26D0E}">
  <ds:schemaRefs>
    <ds:schemaRef ds:uri="http://purl.org/dc/dcmitype/"/>
    <ds:schemaRef ds:uri="3e33b254-58f8-498d-8fc0-1c99fb4c44f9"/>
    <ds:schemaRef ds:uri="http://schemas.microsoft.com/office/2006/documentManagement/types"/>
    <ds:schemaRef ds:uri="http://schemas.microsoft.com/office/2006/metadata/properties"/>
    <ds:schemaRef ds:uri="7887adca-63be-4a4c-a89d-ee06eeaacc9b"/>
    <ds:schemaRef ds:uri="http://purl.org/dc/terms/"/>
    <ds:schemaRef ds:uri="http://purl.org/dc/elements/1.1/"/>
    <ds:schemaRef ds:uri="99ce1116-cb14-49c8-a6a9-6466232a9e78"/>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18BBDD0-B096-4F82-A699-4F0DC0C1DF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e0707e9-4c2d-4f2b-a5be-32a9f9aedd29"/>
    <ds:schemaRef ds:uri="847bfa46-a70a-4209-b9e7-b1c0d256b2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824F7851-CB0C-4D6A-A4EC-854EF05F9947}">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
  <TotalTime>1</TotalTime>
  <Words>4468</Words>
  <Application>Microsoft Office PowerPoint</Application>
  <PresentationFormat>Widescreen</PresentationFormat>
  <Paragraphs>360</Paragraphs>
  <Slides>52</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52</vt:i4>
      </vt:variant>
    </vt:vector>
  </HeadingPairs>
  <TitlesOfParts>
    <vt:vector size="58" baseType="lpstr">
      <vt:lpstr>Arial</vt:lpstr>
      <vt:lpstr>Calibri</vt:lpstr>
      <vt:lpstr>MetaPro-Normal</vt:lpstr>
      <vt:lpstr>System Font Regular</vt:lpstr>
      <vt:lpstr>Custom Design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Main headline in here</vt:lpstr>
      <vt:lpstr>PowerPoint Presentation</vt:lpstr>
      <vt:lpstr>Main headline in here</vt:lpstr>
      <vt:lpstr>Main headline in here</vt:lpstr>
      <vt:lpstr>Main headline in here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Main headline in here</vt:lpstr>
      <vt:lpstr>Main headline in here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CBM lessons learned and the CBM workshop</dc:title>
  <dc:creator>Dan Plant, Seadrill Technical Services – Subsea</dc:creator>
  <cp:lastModifiedBy>Daniel Plant</cp:lastModifiedBy>
  <cp:revision>1</cp:revision>
  <dcterms:created xsi:type="dcterms:W3CDTF">2026-01-10T14:20:43Z</dcterms:created>
  <dcterms:modified xsi:type="dcterms:W3CDTF">2026-01-10T14:21:53Z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0x0101003C1375B9474D2B458DD600039FC86ED7</vt:lpwstr>
  </property>
  <property fmtid="{D5CDD505-2E9C-101B-9397-08002B2CF9AE}" pid="3" name="MediaServiceImageTags">
    <vt:lpwstr/>
  </property>
  <property fmtid="{D5CDD505-2E9C-101B-9397-08002B2CF9AE}" pid="4" name="MSIP_Label_6ff5c69e-9d09-4250-825e-b99a9d4db320_Enabled">
    <vt:lpwstr>true</vt:lpwstr>
  </property>
  <property fmtid="{D5CDD505-2E9C-101B-9397-08002B2CF9AE}" pid="5" name="MSIP_Label_6ff5c69e-9d09-4250-825e-b99a9d4db320_SetDate">
    <vt:lpwstr>2024-11-05T09:59:55Z</vt:lpwstr>
  </property>
  <property fmtid="{D5CDD505-2E9C-101B-9397-08002B2CF9AE}" pid="6" name="MSIP_Label_6ff5c69e-9d09-4250-825e-b99a9d4db320_Method">
    <vt:lpwstr>Standard</vt:lpwstr>
  </property>
  <property fmtid="{D5CDD505-2E9C-101B-9397-08002B2CF9AE}" pid="7" name="MSIP_Label_6ff5c69e-9d09-4250-825e-b99a9d4db320_Name">
    <vt:lpwstr>General</vt:lpwstr>
  </property>
  <property fmtid="{D5CDD505-2E9C-101B-9397-08002B2CF9AE}" pid="8" name="MSIP_Label_6ff5c69e-9d09-4250-825e-b99a9d4db320_SiteId">
    <vt:lpwstr>d79da2e9-d03a-4707-9da7-67a34ac6465c</vt:lpwstr>
  </property>
  <property fmtid="{D5CDD505-2E9C-101B-9397-08002B2CF9AE}" pid="9" name="MSIP_Label_6ff5c69e-9d09-4250-825e-b99a9d4db320_ActionId">
    <vt:lpwstr>e5cdaace-1d9a-42fb-a3fe-168cea31a7c2</vt:lpwstr>
  </property>
  <property fmtid="{D5CDD505-2E9C-101B-9397-08002B2CF9AE}" pid="10" name="MSIP_Label_6ff5c69e-9d09-4250-825e-b99a9d4db320_ContentBits">
    <vt:lpwstr>0</vt:lpwstr>
  </property>
</Properties>
</file>