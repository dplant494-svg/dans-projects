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8" r:id="rId5"/>
    <p:sldMasterId id="2147483809" r:id="rId6"/>
  </p:sldMasterIdLst>
  <p:notesMasterIdLst>
    <p:notesMasterId r:id="rId59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Instructions" id="{28B56CEE-8637-5647-BB74-40F0BFBE79D4}">
          <p14:sldIdLst>
            <p14:sldId id="323"/>
            <p14:sldId id="356"/>
            <p14:sldId id="279"/>
            <p14:sldId id="283"/>
            <p14:sldId id="282"/>
            <p14:sldId id="348"/>
            <p14:sldId id="349"/>
            <p14:sldId id="350"/>
            <p14:sldId id="352"/>
            <p14:sldId id="353"/>
          </p14:sldIdLst>
        </p14:section>
        <p14:section name="2. Cover &amp; intro templates" id="{88BBD5BE-DD25-8C4D-BE7E-104CC9DA3736}">
          <p14:sldIdLst>
            <p14:sldId id="314"/>
            <p14:sldId id="315"/>
            <p14:sldId id="297"/>
            <p14:sldId id="309"/>
            <p14:sldId id="324"/>
            <p14:sldId id="291"/>
          </p14:sldIdLst>
        </p14:section>
        <p14:section name="3. Without section titles" id="{BC278635-3281-452E-8637-B2052F6B0D6D}">
          <p14:sldIdLst>
            <p14:sldId id="316"/>
            <p14:sldId id="273"/>
            <p14:sldId id="299"/>
            <p14:sldId id="343"/>
            <p14:sldId id="307"/>
            <p14:sldId id="277"/>
            <p14:sldId id="300"/>
            <p14:sldId id="276"/>
            <p14:sldId id="301"/>
            <p14:sldId id="310"/>
            <p14:sldId id="305"/>
            <p14:sldId id="308"/>
            <p14:sldId id="329"/>
            <p14:sldId id="325"/>
            <p14:sldId id="336"/>
          </p14:sldIdLst>
        </p14:section>
        <p14:section name="4. With section titles" id="{C5BC6A85-BD31-443C-827C-590F475EBD42}">
          <p14:sldIdLst>
            <p14:sldId id="317"/>
            <p14:sldId id="327"/>
            <p14:sldId id="294"/>
            <p14:sldId id="328"/>
            <p14:sldId id="330"/>
            <p14:sldId id="311"/>
            <p14:sldId id="331"/>
            <p14:sldId id="344"/>
            <p14:sldId id="340"/>
            <p14:sldId id="341"/>
            <p14:sldId id="342"/>
            <p14:sldId id="334"/>
            <p14:sldId id="312"/>
            <p14:sldId id="319"/>
            <p14:sldId id="337"/>
          </p14:sldIdLst>
        </p14:section>
        <p14:section name="4. Dividers" id="{208E833F-810D-034E-9558-A660FB0FF8A3}">
          <p14:sldIdLst>
            <p14:sldId id="287"/>
            <p14:sldId id="269"/>
            <p14:sldId id="271"/>
          </p14:sldIdLst>
        </p14:section>
        <p14:section name="5. Closing Slide" id="{EB3010BC-3C6D-BA4F-B445-106E3E5F873B}">
          <p14:sldIdLst>
            <p14:sldId id="303"/>
            <p14:sldId id="355"/>
            <p14:sldId id="3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becca Stephen" initials="RS" lastIdx="12" clrIdx="0">
    <p:extLst>
      <p:ext uri="{19B8F6BF-5375-455C-9EA6-DF929625EA0E}">
        <p15:presenceInfo xmlns:p15="http://schemas.microsoft.com/office/powerpoint/2012/main" userId="S::Rebecca.Stephen@seadrill.com::9f7275cb-a94a-415d-af92-969a22fc70e8" providerId="AD"/>
      </p:ext>
    </p:extLst>
  </p:cmAuthor>
  <p:cmAuthor id="2" name="Sara Dunne" initials="SD" lastIdx="19" clrIdx="1">
    <p:extLst>
      <p:ext uri="{19B8F6BF-5375-455C-9EA6-DF929625EA0E}">
        <p15:presenceInfo xmlns:p15="http://schemas.microsoft.com/office/powerpoint/2012/main" userId="S::Sara.Dunne@seadrill.com::6cf376d1-5e27-46db-8040-da1d73384485" providerId="AD"/>
      </p:ext>
    </p:extLst>
  </p:cmAuthor>
  <p:cmAuthor id="3" name="Tom Knott" initials="TK" lastIdx="9" clrIdx="2">
    <p:extLst>
      <p:ext uri="{19B8F6BF-5375-455C-9EA6-DF929625EA0E}">
        <p15:presenceInfo xmlns:p15="http://schemas.microsoft.com/office/powerpoint/2012/main" userId="Tom Knott" providerId="None"/>
      </p:ext>
    </p:extLst>
  </p:cmAuthor>
  <p:cmAuthor id="4" name="Jane Linton" initials="JL" lastIdx="8" clrIdx="3">
    <p:extLst>
      <p:ext uri="{19B8F6BF-5375-455C-9EA6-DF929625EA0E}">
        <p15:presenceInfo xmlns:p15="http://schemas.microsoft.com/office/powerpoint/2012/main" userId="S::jane.linton@biggroup.co.uk::e5dacd1a-9615-4cdc-96ea-bbe76d41b67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77"/>
    <a:srgbClr val="DD1DD8"/>
    <a:srgbClr val="6A5000"/>
    <a:srgbClr val="5E2507"/>
    <a:srgbClr val="717F81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>
        <p:guide orient="horz" pos="14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59" Type="http://schemas.openxmlformats.org/officeDocument/2006/relationships/notesMaster" Target="notesMasters/notesMaster1.xml"/><Relationship Id="rId60" Type="http://schemas.openxmlformats.org/officeDocument/2006/relationships/commentAuthors" Target="commentAuthors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E7CF4-1A7C-9F43-888F-B617ABB79FAD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A9FFAD-4FBC-DE4C-923C-D24C6F4A0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86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09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3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7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71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Thirty minutes, straight after Eric's West Tellus debrief, and that is deliberate: his debrief is the first test of today's question.</a:t>
            </a:r>
          </a:p>
          <a:p>
            <a:r>
              <a:t>Lee asked for SACRED as the governed repository: is the document accurate, is it under revision control, can we find the lesson, and is it usable. You have used it for two days. I want your verdict, on the action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things live in SACRED today. You have seen all of them on Days 1 and 2.</a:t>
            </a:r>
          </a:p>
          <a:p>
            <a:r>
              <a:t>Reports, CBM, precharge, AABs, the Argo Navis plans, the close-out pack per plan, the certificate tracker, and the database: about 36 tables in SACRED DATA, loaded every hour, so a question is a query and not a hunt.</a:t>
            </a:r>
          </a:p>
          <a:p>
            <a:r>
              <a:t>The point of the banner: there is one source. The rig posts once; the pages, the emails and the database are built from that post. If a page is wrong, the post tells us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how revision control works today, left to right.</a:t>
            </a:r>
          </a:p>
          <a:p>
            <a:r>
              <a:t>The REV badge: every tool shows the build it is. This week it is WCGRRT 174 and SSORT 169, frozen until Friday.</a:t>
            </a:r>
          </a:p>
          <a:p>
            <a:r>
              <a:t>The rolling handoff: no change ships without an entry saying what changed and why. We are at entry 86. That is the audit trail for the tools.</a:t>
            </a:r>
          </a:p>
          <a:p>
            <a:r>
              <a:t>MOC: a change to a controlled form, or to who is told, goes through MOC like any other change.</a:t>
            </a:r>
          </a:p>
          <a:p>
            <a:r>
              <a:t>eDocs: the controlled copy belongs in eDocs. The automatic filing is built on our side; it waits on ISIT for the connector account.</a:t>
            </a:r>
          </a:p>
          <a:p>
            <a:r>
              <a:t>Accuracy comes from one rule: one renderer per document. The PDF NOV get is byte for byte the one the crew 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lessons show up today.</a:t>
            </a:r>
          </a:p>
          <a:p>
            <a:r>
              <a:t>In the plan: Argo Navis reads the Synergi lessons and matches them to the tasks in a plan by job plan, Maximo location or work order. On the West Vela sample plan that is 161 lessons in front of the planner, against the task they belong to.</a:t>
            </a:r>
          </a:p>
          <a:p>
            <a:r>
              <a:t>In the daily report: the Daily Summary Report carries lessons learned, and the dashboard has a tab for them.</a:t>
            </a:r>
          </a:p>
          <a:p>
            <a:r>
              <a:t>The open question is the yellow one. A lesson from a rig visit or a debrief, like the one we have just heard: where does it go so the next plan finds it? My proposal is that Synergi stays the record and SACRED links to it. Test that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three or four lessons from Eric's debrief, in his words, into the first column.</a:t>
            </a:r>
          </a:p>
          <a:p>
            <a:r>
              <a:t>For each one, ask the room: does it go into Synergi, does it change a task in a plan, does it change a technical standard? Tick what applies.</a:t>
            </a:r>
          </a:p>
          <a:p>
            <a:r>
              <a:t>If a lesson needs all three, that is fine: one home in Synergi, and links from the plan and the standard.</a:t>
            </a:r>
          </a:p>
          <a:p>
            <a:r>
              <a:t>If the room cannot say where a lesson lives, that itself goes on the action list, with an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minutes. One line per tool, as fast as you can.</a:t>
            </a:r>
          </a:p>
          <a:p>
            <a:r>
              <a:t>What worked, what got in the way, and the one change you would make. Do not design the fix; name the problem.</a:t>
            </a:r>
          </a:p>
          <a:p>
            <a:r>
              <a:t>I fill the table as you speak. Anything that is a fault, rather than a wish, I will say so and it goes to the top.</a:t>
            </a:r>
          </a:p>
          <a:p>
            <a:r>
              <a:t>This is the usability evidence for the ORR and for the handover, so specific beats polite.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happens next.</a:t>
            </a:r>
          </a:p>
          <a:p>
            <a:r>
              <a:t>The server move: today the scanner that builds the pages runs on my laptop. It moves to the server; the laptop keeps running until the server has done one clean run and the Status page agrees.</a:t>
            </a:r>
          </a:p>
          <a:p>
            <a:r>
              <a:t>The web app: the other hosting route, a Microsoft web app with HTTPS built in. I started that with Adam yesterday.</a:t>
            </a:r>
          </a:p>
          <a:p>
            <a:r>
              <a:t>Seadrill CORE: Lee's build, the technical standards linked by rig, region and SFI, so you click a rig and see what applies to it.</a:t>
            </a:r>
          </a:p>
          <a:p>
            <a:r>
              <a:t>eDocs: built our side, waiting on ISIT for the connector.</a:t>
            </a:r>
          </a:p>
          <a:p>
            <a:r>
              <a:t>For the rigs, none of this changes how they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to the action list: where the West Tellus lessons live, the usability changes ranked, and anything from this week, the standards workshop, API 53, TOMs, that should live in SACRED and does not.</a:t>
            </a:r>
          </a:p>
          <a:p>
            <a:r>
              <a:t>Thank you. Anything wrong with a tool, or anything you want it to do, comes to 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0CBD0E2-BD76-85F1-EBA7-0C521B7B1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985" y="2829547"/>
            <a:ext cx="5316841" cy="135400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 in two lines</a:t>
            </a:r>
            <a:endParaRPr lang="en-GB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649831A4-7313-58D2-9FD2-0E481EF89D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80941"/>
            <a:ext cx="5712883" cy="60950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DD0D450-6D81-843E-F037-26D0725B51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036" y="1999477"/>
            <a:ext cx="1304767" cy="478341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AC1F414A-9ED3-0CD2-7D64-8F9EB3E5F7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4985" y="4183555"/>
            <a:ext cx="5316841" cy="492366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chemeClr val="accent3"/>
                </a:solidFill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Subtitle style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839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7446" userDrawn="1">
          <p15:clr>
            <a:srgbClr val="FBAE40"/>
          </p15:clr>
        </p15:guide>
        <p15:guide id="5" orient="horz" pos="2558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649831A4-7313-58D2-9FD2-0E481EF89D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9468" y="380941"/>
            <a:ext cx="11419417" cy="60961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0CBD0E2-BD76-85F1-EBA7-0C521B7B1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258" y="3884300"/>
            <a:ext cx="5316841" cy="135400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 in two lines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C1F414A-9ED3-0CD2-7D64-8F9EB3E5F7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5258" y="5238308"/>
            <a:ext cx="5316841" cy="492366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Subtitle style 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DD0D450-6D81-843E-F037-26D0725B51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9833" y="3054227"/>
            <a:ext cx="1291719" cy="47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95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4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649831A4-7313-58D2-9FD2-0E481EF89D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12192001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0CBD0E2-BD76-85F1-EBA7-0C521B7B1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258" y="3884300"/>
            <a:ext cx="5316841" cy="135400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</a:t>
            </a:r>
            <a:br>
              <a:rPr lang="en-US"/>
            </a:br>
            <a:r>
              <a:rPr lang="en-US"/>
              <a:t>title in two lines</a:t>
            </a:r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C1F414A-9ED3-0CD2-7D64-8F9EB3E5F7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65258" y="5238308"/>
            <a:ext cx="5316841" cy="492366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Subtitle style 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DD0D450-6D81-843E-F037-26D0725B51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79833" y="3054227"/>
            <a:ext cx="1291719" cy="47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24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ong Title Divider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5317CCFE-0413-20D9-882A-2A68B026C2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08978" y="380941"/>
            <a:ext cx="3160889" cy="30384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0CBD0E2-BD76-85F1-EBA7-0C521B7B1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6884" y="2873912"/>
            <a:ext cx="4892449" cy="1329595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Presentation title in one line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3D614DC-3761-1BC6-5878-B155F8839A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56882" y="336207"/>
            <a:ext cx="4305428" cy="365068"/>
          </a:xfrm>
        </p:spPr>
        <p:txBody>
          <a:bodyPr lIns="0" rIns="0" anchor="t" anchorCtr="0"/>
          <a:lstStyle>
            <a:lvl1pPr algn="l">
              <a:defRPr b="1" i="0" u="none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4B42380-185F-655C-53BF-0508E0FCE1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6884" y="4206328"/>
            <a:ext cx="4892449" cy="302911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>
              <a:spcBef>
                <a:spcPts val="0"/>
              </a:spcBef>
              <a:spcAft>
                <a:spcPts val="20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Subtitle style 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2061C02-590C-472C-A4E9-BD821E91E0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884" y="1913572"/>
            <a:ext cx="1878316" cy="688609"/>
          </a:xfrm>
          <a:prstGeom prst="rect">
            <a:avLst/>
          </a:prstGeom>
        </p:spPr>
      </p:pic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BFA3C67-A1F1-A17E-4107-28D8F1CBBC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979" y="3438582"/>
            <a:ext cx="6326139" cy="30384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589B632-C81B-5144-E0FB-DCAD0320B1E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674228" y="380941"/>
            <a:ext cx="3160889" cy="30384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</p:spTree>
    <p:extLst>
      <p:ext uri="{BB962C8B-B14F-4D97-AF65-F5344CB8AC3E}">
        <p14:creationId xmlns:p14="http://schemas.microsoft.com/office/powerpoint/2010/main" val="2396431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0CBD0E2-BD76-85F1-EBA7-0C521B7B1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987" y="2829549"/>
            <a:ext cx="3397024" cy="135400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buNone/>
              <a:defRPr sz="44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goes here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DD0D450-6D81-843E-F037-26D0725B51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037" y="345103"/>
            <a:ext cx="1304767" cy="478341"/>
          </a:xfrm>
          <a:prstGeom prst="rect">
            <a:avLst/>
          </a:prstGeom>
        </p:spPr>
      </p:pic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5443B0C-0512-817A-F81A-E702614F89F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43850" y="380942"/>
            <a:ext cx="3865033" cy="60950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FB7F63-005B-A24C-B355-62BC97A93021}"/>
              </a:ext>
            </a:extLst>
          </p:cNvPr>
          <p:cNvCxnSpPr/>
          <p:nvPr userDrawn="1"/>
        </p:nvCxnSpPr>
        <p:spPr>
          <a:xfrm>
            <a:off x="3984097" y="2409002"/>
            <a:ext cx="0" cy="2186482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4A57E6-605C-9298-76D4-758BB261E9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6184" y="2829546"/>
            <a:ext cx="3139017" cy="1354458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Topic one</a:t>
            </a:r>
          </a:p>
        </p:txBody>
      </p:sp>
    </p:spTree>
    <p:extLst>
      <p:ext uri="{BB962C8B-B14F-4D97-AF65-F5344CB8AC3E}">
        <p14:creationId xmlns:p14="http://schemas.microsoft.com/office/powerpoint/2010/main" val="322016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tro_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6BCE9B03-8D5C-3A3C-310B-FCE420B13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117" y="380942"/>
            <a:ext cx="11419200" cy="571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16CF0F4-3BCC-40A7-25B2-EF1A5EF3DCB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88C9FF1D-8EC4-64F2-D640-DEA9AE8CF0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9807" y="3096390"/>
            <a:ext cx="8652387" cy="281103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Intro text goes here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7A13DB5-501C-3A5D-4608-243C39648B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69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6BCE9B03-8D5C-3A3C-310B-FCE420B13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76183" y="380942"/>
            <a:ext cx="7632700" cy="571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16CF0F4-3BCC-40A7-25B2-EF1A5EF3DCB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7A13DB5-501C-3A5D-4608-243C39648B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C35C11-5C4D-4B9D-1E20-2B603B7064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000" y="383941"/>
            <a:ext cx="3411009" cy="436733"/>
          </a:xfrm>
        </p:spPr>
        <p:txBody>
          <a:bodyPr tIns="0" bIns="0" anchor="t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Main headline in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8B8C5C5-0BFA-16A2-CAC0-A4328B7C65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000" y="1991693"/>
            <a:ext cx="341100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F9EC3CBA-EA7D-94F6-C2CB-D734C887E0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000" y="2207662"/>
            <a:ext cx="3411009" cy="388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Body copy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3226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4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6BCE9B03-8D5C-3A3C-310B-FCE420B13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76183" y="380942"/>
            <a:ext cx="7632700" cy="571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16CF0F4-3BCC-40A7-25B2-EF1A5EF3DCB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7A13DB5-501C-3A5D-4608-243C39648B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6810B706-0219-C317-2DA6-0D4AE49E60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716" y="383941"/>
            <a:ext cx="3409293" cy="179274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 defTabSz="609539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100" b="1" u="none" kern="1200" cap="all" baseline="0" dirty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latin typeface="+mn-lt"/>
                <a:ea typeface="+mn-ea"/>
                <a:cs typeface="+mn-cs"/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SECTION TITLE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691B28-1CB4-E764-6352-07DDF41980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000" y="1276606"/>
            <a:ext cx="3406776" cy="822467"/>
          </a:xfrm>
        </p:spPr>
        <p:txBody>
          <a:bodyPr tIns="0" bIns="0" anchor="t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Main headline in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54DF731-7A35-E91B-12E3-5E586C75C0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000" y="2615596"/>
            <a:ext cx="3402543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F76BC1D5-CC3C-4C3B-9A2B-ADF2DD9ED9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000" y="2831563"/>
            <a:ext cx="3402543" cy="32644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Body copy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9757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4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ong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6BCE9B03-8D5C-3A3C-310B-FCE420B13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380942"/>
            <a:ext cx="5712883" cy="571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586BEBD-9DEF-D771-A4DF-9BA74AD4AB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931A2B1-1FDE-2F3C-CED9-9F1B42A93B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8" y="1276603"/>
            <a:ext cx="5329902" cy="935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rgbClr val="002C77"/>
                </a:solidFill>
                <a:latin typeface="+mj-lt"/>
              </a:defRPr>
            </a:lvl1pPr>
          </a:lstStyle>
          <a:p>
            <a:pPr lvl="0"/>
            <a:r>
              <a:rPr lang="en-US"/>
              <a:t>Long header with two lines of text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A69D8CB-3D19-E385-6E76-2E8CC5B54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F194FE6-099F-8CC1-4CB5-CD50F655AD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000" y="2615596"/>
            <a:ext cx="5326592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rgbClr val="002C77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4200B9D-6238-5414-2FF0-76CEB5F22A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000" y="2831563"/>
            <a:ext cx="5326592" cy="32644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Body copy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A622A3C-04FB-E753-44B9-525ECC4172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716" y="383941"/>
            <a:ext cx="3409293" cy="179274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 defTabSz="609539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100" b="1" u="none" kern="1200" cap="all" baseline="0" dirty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latin typeface="+mn-lt"/>
                <a:ea typeface="+mn-ea"/>
                <a:cs typeface="+mn-cs"/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SECTION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642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7446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234" userDrawn="1">
          <p15:clr>
            <a:srgbClr val="FBAE40"/>
          </p15:clr>
        </p15:guide>
        <p15:guide id="7" pos="3840" userDrawn="1">
          <p15:clr>
            <a:srgbClr val="FBAE40"/>
          </p15:clr>
        </p15:guide>
        <p15:guide id="8" pos="361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ong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6BCE9B03-8D5C-3A3C-310B-FCE420B13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380942"/>
            <a:ext cx="5712883" cy="571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586BEBD-9DEF-D771-A4DF-9BA74AD4AB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931A2B1-1FDE-2F3C-CED9-9F1B42A93B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8" y="383941"/>
            <a:ext cx="5329902" cy="935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rgbClr val="002C77"/>
                </a:solidFill>
                <a:latin typeface="+mj-lt"/>
              </a:defRPr>
            </a:lvl1pPr>
          </a:lstStyle>
          <a:p>
            <a:pPr lvl="0"/>
            <a:r>
              <a:rPr lang="en-US"/>
              <a:t>Long header with two lines of text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A69D8CB-3D19-E385-6E76-2E8CC5B54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44FB80-9E6B-F90A-0620-A273055BCC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000" y="1991693"/>
            <a:ext cx="5326592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rgbClr val="002C77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A841CAC-9D54-76E5-24EA-01D7CB0F99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000" y="2207659"/>
            <a:ext cx="5326592" cy="32644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Body copy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0700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hort 2 Lin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FAA12D-1779-4108-396A-43C7385C1663}"/>
              </a:ext>
            </a:extLst>
          </p:cNvPr>
          <p:cNvSpPr/>
          <p:nvPr userDrawn="1"/>
        </p:nvSpPr>
        <p:spPr>
          <a:xfrm>
            <a:off x="4175301" y="380942"/>
            <a:ext cx="7645224" cy="571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6BCE9B03-8D5C-3A3C-310B-FCE420B13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356" y="1524296"/>
            <a:ext cx="3012831" cy="3809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693FE1E-BFAC-31FF-60BD-8553C88A81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+mn-lt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C26E21C-A6E2-B957-B8DD-35EDD03CE9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001" y="383941"/>
            <a:ext cx="3408893" cy="935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Short two line header</a:t>
            </a:r>
            <a:endParaRPr lang="en-GB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668BC0E-E8AF-FEB9-D5DC-604BF996D9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002" y="1655745"/>
            <a:ext cx="3406775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B8D987F-6098-6D07-4409-CD409ACC3D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002" y="1871714"/>
            <a:ext cx="3406775" cy="4228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Body copy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621A88A-F000-CAD5-14EE-44C696BDCD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C28DC218-8FD4-97A5-6368-6B49555C826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31710" y="1524296"/>
            <a:ext cx="3012831" cy="3809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Drag and drop image here</a:t>
            </a:r>
          </a:p>
        </p:txBody>
      </p:sp>
    </p:spTree>
    <p:extLst>
      <p:ext uri="{BB962C8B-B14F-4D97-AF65-F5344CB8AC3E}">
        <p14:creationId xmlns:p14="http://schemas.microsoft.com/office/powerpoint/2010/main" val="2480259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7" pos="3840" userDrawn="1">
          <p15:clr>
            <a:srgbClr val="FBAE40"/>
          </p15:clr>
        </p15:guide>
        <p15:guide id="9" pos="744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hort 2 Lin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DFAA12D-1779-4108-396A-43C7385C1663}"/>
              </a:ext>
            </a:extLst>
          </p:cNvPr>
          <p:cNvSpPr/>
          <p:nvPr userDrawn="1"/>
        </p:nvSpPr>
        <p:spPr>
          <a:xfrm>
            <a:off x="4175301" y="380942"/>
            <a:ext cx="7645224" cy="571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6BCE9B03-8D5C-3A3C-310B-FCE420B13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356" y="1524296"/>
            <a:ext cx="3012831" cy="3809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693FE1E-BFAC-31FF-60BD-8553C88A81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+mn-lt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C26E21C-A6E2-B957-B8DD-35EDD03CE9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001" y="1276603"/>
            <a:ext cx="3408893" cy="935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rgbClr val="002C77"/>
                </a:solidFill>
                <a:latin typeface="+mj-lt"/>
              </a:defRPr>
            </a:lvl1pPr>
          </a:lstStyle>
          <a:p>
            <a:pPr lvl="0"/>
            <a:r>
              <a:rPr lang="en-US"/>
              <a:t>Short two line header</a:t>
            </a:r>
            <a:endParaRPr lang="en-GB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668BC0E-E8AF-FEB9-D5DC-604BF996D9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002" y="2543607"/>
            <a:ext cx="3406775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B8D987F-6098-6D07-4409-CD409ACC3D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002" y="2759575"/>
            <a:ext cx="3406775" cy="33358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Body copy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621A88A-F000-CAD5-14EE-44C696BDCD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C28DC218-8FD4-97A5-6368-6B49555C826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31710" y="1524296"/>
            <a:ext cx="3012831" cy="3809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F598440-E671-0975-CDAC-530CC97076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716" y="383941"/>
            <a:ext cx="3409293" cy="179274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 defTabSz="609539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100" b="1" u="none" kern="1200" cap="all" baseline="0" dirty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latin typeface="+mn-lt"/>
                <a:ea typeface="+mn-ea"/>
                <a:cs typeface="+mn-cs"/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SECTION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885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7" pos="3840" userDrawn="1">
          <p15:clr>
            <a:srgbClr val="FBAE40"/>
          </p15:clr>
        </p15:guide>
        <p15:guide id="9" pos="744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hort 2 Line 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6BCE9B03-8D5C-3A3C-310B-FCE420B13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76183" y="380942"/>
            <a:ext cx="7632700" cy="571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693FE1E-BFAC-31FF-60BD-8553C88A81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+mn-lt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C26E21C-A6E2-B957-B8DD-35EDD03CE9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4001" y="383941"/>
            <a:ext cx="3408893" cy="935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Short two line header</a:t>
            </a:r>
            <a:endParaRPr lang="en-GB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668BC0E-E8AF-FEB9-D5DC-604BF996D9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002" y="1655745"/>
            <a:ext cx="3406775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8B8D987F-6098-6D07-4409-CD409ACC3D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002" y="1871714"/>
            <a:ext cx="3406775" cy="4228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Body copy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621A88A-F000-CAD5-14EE-44C696BDCD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13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2638" userDrawn="1">
          <p15:clr>
            <a:srgbClr val="FBAE40"/>
          </p15:clr>
        </p15:guide>
        <p15:guide id="7" pos="3840" userDrawn="1">
          <p15:clr>
            <a:srgbClr val="FBAE40"/>
          </p15:clr>
        </p15:guide>
        <p15:guide id="9" pos="744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3 Columns of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CE89CD2-F186-7843-95BF-902F887EE2E7}"/>
              </a:ext>
            </a:extLst>
          </p:cNvPr>
          <p:cNvSpPr txBox="1">
            <a:spLocks/>
          </p:cNvSpPr>
          <p:nvPr userDrawn="1"/>
        </p:nvSpPr>
        <p:spPr>
          <a:xfrm>
            <a:off x="9065683" y="6399751"/>
            <a:ext cx="2743200" cy="365068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i="0" kern="1200">
                <a:solidFill>
                  <a:srgbClr val="002C77"/>
                </a:solidFill>
                <a:latin typeface="MetaPro-Bold" panose="02000503040000020004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304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C800B2-235B-2F4B-9F28-5A140A5C2736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2C7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3047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2C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0477222-325E-3E14-AA80-3AC470DDD6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35" y="2529685"/>
            <a:ext cx="345439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5CF49DC-8D5D-C6D3-CAF1-0AC53B3B40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5454" y="2740853"/>
            <a:ext cx="3454399" cy="33520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9A9400E-95FD-CE2D-DBBB-CFC94AE809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7635" y="2529685"/>
            <a:ext cx="345439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729EEBC1-31FB-B799-2649-640AF9214D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7854" y="2740853"/>
            <a:ext cx="3454399" cy="33520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51F0CCC2-2980-E21A-0B70-F118B4B2F2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2587" y="2529685"/>
            <a:ext cx="345439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813C5B-486A-C3CE-8557-FCEF009194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587" y="2740853"/>
            <a:ext cx="3454399" cy="33520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4537326-611C-3703-1E57-CAAB97412B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5" y="1276603"/>
            <a:ext cx="11425767" cy="935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Long header. This is an example of a very long title.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4B25DAC-4057-BCD1-0F1A-17F909737B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42DE1B81-B08E-5002-45CF-77CD29AC6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716" y="383941"/>
            <a:ext cx="3409293" cy="179274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 defTabSz="609539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100" b="1" u="none" kern="1200" cap="all" baseline="0" dirty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latin typeface="+mn-lt"/>
                <a:ea typeface="+mn-ea"/>
                <a:cs typeface="+mn-cs"/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SECTION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8677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46" userDrawn="1">
          <p15:clr>
            <a:srgbClr val="FBAE40"/>
          </p15:clr>
        </p15:guide>
        <p15:guide id="10" pos="7892">
          <p15:clr>
            <a:srgbClr val="FBAE40"/>
          </p15:clr>
        </p15:guide>
        <p15:guide id="11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3 Columns of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CE89CD2-F186-7843-95BF-902F887EE2E7}"/>
              </a:ext>
            </a:extLst>
          </p:cNvPr>
          <p:cNvSpPr txBox="1">
            <a:spLocks/>
          </p:cNvSpPr>
          <p:nvPr userDrawn="1"/>
        </p:nvSpPr>
        <p:spPr>
          <a:xfrm>
            <a:off x="9065683" y="6399751"/>
            <a:ext cx="2743200" cy="365068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i="0" kern="1200">
                <a:solidFill>
                  <a:srgbClr val="002C77"/>
                </a:solidFill>
                <a:latin typeface="MetaPro-Bold" panose="02000503040000020004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304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C800B2-235B-2F4B-9F28-5A140A5C2736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2C7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3047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2C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0477222-325E-3E14-AA80-3AC470DDD6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35" y="1655745"/>
            <a:ext cx="345439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5CF49DC-8D5D-C6D3-CAF1-0AC53B3B40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35" y="1871714"/>
            <a:ext cx="3454399" cy="4228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Body copy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9A9400E-95FD-CE2D-DBBB-CFC94AE809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7635" y="1655745"/>
            <a:ext cx="345439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729EEBC1-31FB-B799-2649-640AF9214D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7635" y="1871714"/>
            <a:ext cx="3454399" cy="4228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Body copy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51F0CCC2-2980-E21A-0B70-F118B4B2F2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2587" y="1655745"/>
            <a:ext cx="345439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813C5B-486A-C3CE-8557-FCEF009194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587" y="1871714"/>
            <a:ext cx="3454399" cy="4228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Body copy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4537326-611C-3703-1E57-CAAB97412B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6" y="383941"/>
            <a:ext cx="11433870" cy="935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Long header. This is an example of a very long title.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4B25DAC-4057-BCD1-0F1A-17F909737B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79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46" userDrawn="1">
          <p15:clr>
            <a:srgbClr val="FBAE40"/>
          </p15:clr>
        </p15:guide>
        <p15:guide id="10" pos="7892">
          <p15:clr>
            <a:srgbClr val="FBAE40"/>
          </p15:clr>
        </p15:guide>
        <p15:guide id="11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ong Title + Table or 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693FE1E-BFAC-31FF-60BD-8553C88A81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+mn-lt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668BC0E-E8AF-FEB9-D5DC-604BF996D9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35" y="2538150"/>
            <a:ext cx="3406775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621A88A-F000-CAD5-14EE-44C696BDCD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22A3BAD-C1FD-1009-843A-2AC66D6BDD8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192757" y="2749317"/>
            <a:ext cx="7614011" cy="3343627"/>
          </a:xfrm>
        </p:spPr>
        <p:txBody>
          <a:bodyPr bIns="1800000" anchor="ctr" anchorCtr="0"/>
          <a:lstStyle>
            <a:lvl1pPr marL="0" indent="0" algn="ctr">
              <a:buFontTx/>
              <a:buNone/>
              <a:defRPr/>
            </a:lvl1pPr>
            <a:lvl2pPr marL="304770" indent="0" algn="ctr">
              <a:buFontTx/>
              <a:buNone/>
              <a:defRPr/>
            </a:lvl2pPr>
            <a:lvl3pPr marL="609539" indent="0" algn="ctr">
              <a:buFontTx/>
              <a:buNone/>
              <a:defRPr/>
            </a:lvl3pPr>
            <a:lvl4pPr marL="914309" indent="0" algn="ctr">
              <a:buFontTx/>
              <a:buNone/>
              <a:defRPr/>
            </a:lvl4pPr>
            <a:lvl5pPr marL="1219078" indent="0" algn="ctr">
              <a:buFontTx/>
              <a:buNone/>
              <a:defRPr/>
            </a:lvl5pPr>
          </a:lstStyle>
          <a:p>
            <a:pPr lvl="0"/>
            <a:r>
              <a:rPr lang="en-GB"/>
              <a:t>Click to add table / graph / image etc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A08C24-9E4C-BABF-576F-D16C3E723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6" y="1276603"/>
            <a:ext cx="11407078" cy="935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Long header. This is an example of a very long title.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501873A-06CE-90A8-B68A-F2947F55BA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76183" y="2538150"/>
            <a:ext cx="7614011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BF056422-0546-E069-A22A-0EA29C7831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716" y="383941"/>
            <a:ext cx="3409293" cy="179274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 defTabSz="609539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100" b="1" u="none" kern="1200" cap="all" baseline="0" dirty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latin typeface="+mn-lt"/>
                <a:ea typeface="+mn-ea"/>
                <a:cs typeface="+mn-cs"/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SECTION TITLE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2E6A67-3A3F-778F-F2B2-EBBA8A5FC0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117" y="2749317"/>
            <a:ext cx="3408892" cy="3263396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28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7" pos="3840" userDrawn="1">
          <p15:clr>
            <a:srgbClr val="FBAE40"/>
          </p15:clr>
        </p15:guide>
        <p15:guide id="9" pos="744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ong Title + Table or 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693FE1E-BFAC-31FF-60BD-8553C88A81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+mn-lt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0668BC0E-E8AF-FEB9-D5DC-604BF996D9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35" y="1655745"/>
            <a:ext cx="3406775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621A88A-F000-CAD5-14EE-44C696BDCD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22A3BAD-C1FD-1009-843A-2AC66D6BDD8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192757" y="1903007"/>
            <a:ext cx="7614011" cy="4228431"/>
          </a:xfrm>
        </p:spPr>
        <p:txBody>
          <a:bodyPr bIns="1800000" anchor="ctr" anchorCtr="0"/>
          <a:lstStyle>
            <a:lvl1pPr marL="0" indent="0" algn="ctr">
              <a:buFontTx/>
              <a:buNone/>
              <a:defRPr/>
            </a:lvl1pPr>
            <a:lvl2pPr marL="304770" indent="0" algn="ctr">
              <a:buFontTx/>
              <a:buNone/>
              <a:defRPr/>
            </a:lvl2pPr>
            <a:lvl3pPr marL="609539" indent="0" algn="ctr">
              <a:buFontTx/>
              <a:buNone/>
              <a:defRPr/>
            </a:lvl3pPr>
            <a:lvl4pPr marL="914309" indent="0" algn="ctr">
              <a:buFontTx/>
              <a:buNone/>
              <a:defRPr/>
            </a:lvl4pPr>
            <a:lvl5pPr marL="1219078" indent="0" algn="ctr">
              <a:buFontTx/>
              <a:buNone/>
              <a:defRPr/>
            </a:lvl5pPr>
          </a:lstStyle>
          <a:p>
            <a:pPr lvl="0"/>
            <a:r>
              <a:rPr lang="en-GB"/>
              <a:t>Click to add table / graph / image etc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A08C24-9E4C-BABF-576F-D16C3E723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6" y="383941"/>
            <a:ext cx="11423652" cy="935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Long header. This is an example of a very long title.</a:t>
            </a:r>
            <a:endParaRPr lang="en-GB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501873A-06CE-90A8-B68A-F2947F55BA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76183" y="1655745"/>
            <a:ext cx="7614011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Table / graph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60B99-C172-B7C3-E277-30F24912F4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5389" y="1895707"/>
            <a:ext cx="3396619" cy="4228447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77920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7" pos="3840" userDrawn="1">
          <p15:clr>
            <a:srgbClr val="FBAE40"/>
          </p15:clr>
        </p15:guide>
        <p15:guide id="9" pos="7446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3 Columns of Text_Pull 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CE89CD2-F186-7843-95BF-902F887EE2E7}"/>
              </a:ext>
            </a:extLst>
          </p:cNvPr>
          <p:cNvSpPr txBox="1">
            <a:spLocks/>
          </p:cNvSpPr>
          <p:nvPr userDrawn="1"/>
        </p:nvSpPr>
        <p:spPr>
          <a:xfrm>
            <a:off x="9065683" y="6399751"/>
            <a:ext cx="2743200" cy="365068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i="0" kern="1200">
                <a:solidFill>
                  <a:srgbClr val="002C77"/>
                </a:solidFill>
                <a:latin typeface="MetaPro-Bold" panose="02000503040000020004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304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C800B2-235B-2F4B-9F28-5A140A5C2736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2C7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3047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2C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0477222-325E-3E14-AA80-3AC470DDD6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002" y="2538150"/>
            <a:ext cx="345439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5CF49DC-8D5D-C6D3-CAF1-0AC53B3B40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002" y="2749320"/>
            <a:ext cx="3454399" cy="32748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9A9400E-95FD-CE2D-DBBB-CFC94AE809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7635" y="2538150"/>
            <a:ext cx="345439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729EEBC1-31FB-B799-2649-640AF9214D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7635" y="2749321"/>
            <a:ext cx="3454399" cy="14291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51F0CCC2-2980-E21A-0B70-F118B4B2F2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2587" y="2538150"/>
            <a:ext cx="345439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813C5B-486A-C3CE-8557-FCEF009194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587" y="2749321"/>
            <a:ext cx="3454399" cy="14291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4537326-611C-3703-1E57-CAAB97412B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8" y="1276603"/>
            <a:ext cx="11432883" cy="935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Short header example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4B25DAC-4057-BCD1-0F1A-17F909737B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9B71769-740F-4C66-3E98-04E39F3DF0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7635" y="4934718"/>
            <a:ext cx="3454399" cy="108943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6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Add a pull quote here. The text should be dark blue when against light backgrounds, white text against dark backgrounds.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F372A4-71AB-274A-E766-0126A2DF5C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1602" y="4934718"/>
            <a:ext cx="3454399" cy="108943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6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Add a pull quote here. The text should be dark blue when against light backgrounds, white text against dark backgrounds. 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FD1D543-EB77-F6A8-A61A-0F4C70916D7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716" y="383941"/>
            <a:ext cx="3409293" cy="179274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 defTabSz="609539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GB" sz="1100" b="1" u="none" kern="1200" cap="all" baseline="0" dirty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  <a:latin typeface="+mn-lt"/>
                <a:ea typeface="+mn-ea"/>
                <a:cs typeface="+mn-cs"/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SECTION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420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pos="3840" userDrawn="1">
          <p15:clr>
            <a:srgbClr val="FBAE40"/>
          </p15:clr>
        </p15:guide>
        <p15:guide id="10" pos="78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3 Columns of Text_Pull 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CE89CD2-F186-7843-95BF-902F887EE2E7}"/>
              </a:ext>
            </a:extLst>
          </p:cNvPr>
          <p:cNvSpPr txBox="1">
            <a:spLocks/>
          </p:cNvSpPr>
          <p:nvPr userDrawn="1"/>
        </p:nvSpPr>
        <p:spPr>
          <a:xfrm>
            <a:off x="9065683" y="6399751"/>
            <a:ext cx="2743200" cy="365068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i="0" kern="1200">
                <a:solidFill>
                  <a:srgbClr val="002C77"/>
                </a:solidFill>
                <a:latin typeface="MetaPro-Bold" panose="02000503040000020004" pitchFamily="2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304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C800B2-235B-2F4B-9F28-5A140A5C2736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002C7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3047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002C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0477222-325E-3E14-AA80-3AC470DDD6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4002" y="1655745"/>
            <a:ext cx="345439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05CF49DC-8D5D-C6D3-CAF1-0AC53B3B40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4002" y="1871712"/>
            <a:ext cx="3454399" cy="32748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9A9400E-95FD-CE2D-DBBB-CFC94AE809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7635" y="1655745"/>
            <a:ext cx="345439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729EEBC1-31FB-B799-2649-640AF9214D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7635" y="1871711"/>
            <a:ext cx="3454399" cy="14291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51F0CCC2-2980-E21A-0B70-F118B4B2F2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2587" y="1655745"/>
            <a:ext cx="3454399" cy="212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Subheading in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3813C5B-486A-C3CE-8557-FCEF009194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2587" y="1871711"/>
            <a:ext cx="3454399" cy="14291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4537326-611C-3703-1E57-CAAB97412B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8" y="383941"/>
            <a:ext cx="11425765" cy="9350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Short header example</a:t>
            </a:r>
            <a:endParaRPr lang="en-GB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4B25DAC-4057-BCD1-0F1A-17F909737B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C9B71769-740F-4C66-3E98-04E39F3DF02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7635" y="4055377"/>
            <a:ext cx="3454399" cy="108943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Add a pull quote here. The text should be dark blue when against light backgrounds, white text against dark backgrounds. Pull quotes that are positioned above a text block can be</a:t>
            </a:r>
            <a:br>
              <a:rPr lang="en-US"/>
            </a:br>
            <a:r>
              <a:rPr lang="en-US"/>
              <a:t>in accent colors.</a:t>
            </a:r>
          </a:p>
          <a:p>
            <a:pPr lvl="0"/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F372A4-71AB-274A-E766-0126A2DF5C9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61602" y="4055377"/>
            <a:ext cx="3454399" cy="108943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Add a pull quote here. The text should be dark blue when against light backgrounds, white text against dark backgrounds. Pull quotes that are positioned above a text block can be</a:t>
            </a:r>
            <a:br>
              <a:rPr lang="en-US"/>
            </a:br>
            <a:r>
              <a:rPr lang="en-US"/>
              <a:t>in accent colors.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2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pos="3840" userDrawn="1">
          <p15:clr>
            <a:srgbClr val="FBAE40"/>
          </p15:clr>
        </p15:guide>
        <p15:guide id="10" pos="789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1 Line Title and In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83F42F0-F907-70C1-6E55-B5C2527FBE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8" y="1277212"/>
            <a:ext cx="7200900" cy="4936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Main line Header</a:t>
            </a:r>
            <a:endParaRPr lang="en-GB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B3C5310-7EA6-C8B1-55EA-C23B41A857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35" y="2112283"/>
            <a:ext cx="3406773" cy="39806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Paragraph header or intro.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0F2C0A87-5743-73E8-B838-7777902120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91423" y="2112283"/>
            <a:ext cx="3380848" cy="39806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marL="0" marR="0" lvl="0" indent="0" algn="l" defTabSz="60953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898D827-97FA-7271-E784-0A0DF0D39E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43850" y="380942"/>
            <a:ext cx="3865033" cy="571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6C0515-E19E-A9CC-ECB5-A1C86571C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+mn-lt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EBA7124-ECC5-DBF5-8840-F33B9F2159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D49BF4C9-4FE1-D86A-DC07-0005CB528C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716" y="383941"/>
            <a:ext cx="3409293" cy="179274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>
              <a:spcBef>
                <a:spcPts val="0"/>
              </a:spcBef>
              <a:spcAft>
                <a:spcPts val="200"/>
              </a:spcAft>
              <a:buNone/>
              <a:defRPr sz="1100" b="1" u="none" cap="all" baseline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SECTION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11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13" pos="3840" userDrawn="1">
          <p15:clr>
            <a:srgbClr val="FBAE40"/>
          </p15:clr>
        </p15:guide>
        <p15:guide id="14" pos="744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62">
            <a:extLst>
              <a:ext uri="{FF2B5EF4-FFF2-40B4-BE49-F238E27FC236}">
                <a16:creationId xmlns:a16="http://schemas.microsoft.com/office/drawing/2014/main" id="{747E6CBF-B33D-41B8-9995-B235CB250B3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37489" y="2159658"/>
            <a:ext cx="1107920" cy="773005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rgbClr val="002C77"/>
                </a:solidFill>
              </a:defRPr>
            </a:lvl1pPr>
          </a:lstStyle>
          <a:p>
            <a:r>
              <a:rPr lang="en-GB"/>
              <a:t>Add an icon</a:t>
            </a:r>
          </a:p>
        </p:txBody>
      </p:sp>
      <p:sp>
        <p:nvSpPr>
          <p:cNvPr id="34" name="Picture Placeholder 62">
            <a:extLst>
              <a:ext uri="{FF2B5EF4-FFF2-40B4-BE49-F238E27FC236}">
                <a16:creationId xmlns:a16="http://schemas.microsoft.com/office/drawing/2014/main" id="{014BFB2C-05D9-419B-8965-A76652035B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534951" y="2159658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5" name="Picture Placeholder 62">
            <a:extLst>
              <a:ext uri="{FF2B5EF4-FFF2-40B4-BE49-F238E27FC236}">
                <a16:creationId xmlns:a16="http://schemas.microsoft.com/office/drawing/2014/main" id="{D0354F37-9E05-490A-ABB2-067DB9B6329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10011" y="2159658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6" name="Picture Placeholder 62">
            <a:extLst>
              <a:ext uri="{FF2B5EF4-FFF2-40B4-BE49-F238E27FC236}">
                <a16:creationId xmlns:a16="http://schemas.microsoft.com/office/drawing/2014/main" id="{395DC14F-0F2F-4705-A370-FF6AD6A1D74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37489" y="4415968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7" name="Picture Placeholder 62">
            <a:extLst>
              <a:ext uri="{FF2B5EF4-FFF2-40B4-BE49-F238E27FC236}">
                <a16:creationId xmlns:a16="http://schemas.microsoft.com/office/drawing/2014/main" id="{556F0D6E-5F09-41A2-B26A-2E55F1060A3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34951" y="4415968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8" name="Picture Placeholder 62">
            <a:extLst>
              <a:ext uri="{FF2B5EF4-FFF2-40B4-BE49-F238E27FC236}">
                <a16:creationId xmlns:a16="http://schemas.microsoft.com/office/drawing/2014/main" id="{1CE78A6A-1664-4D11-8E72-76B6F9B50A6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710011" y="4415968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9" name="Text Placeholder 69">
            <a:extLst>
              <a:ext uri="{FF2B5EF4-FFF2-40B4-BE49-F238E27FC236}">
                <a16:creationId xmlns:a16="http://schemas.microsoft.com/office/drawing/2014/main" id="{1643D20C-A3EF-4AE7-9DE6-2C50341BBF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5233" y="3026327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0" name="Text Placeholder 69">
            <a:extLst>
              <a:ext uri="{FF2B5EF4-FFF2-40B4-BE49-F238E27FC236}">
                <a16:creationId xmlns:a16="http://schemas.microsoft.com/office/drawing/2014/main" id="{80590C86-4E42-4574-AB53-4FE6EBF704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2695" y="3026327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1" name="Text Placeholder 69">
            <a:extLst>
              <a:ext uri="{FF2B5EF4-FFF2-40B4-BE49-F238E27FC236}">
                <a16:creationId xmlns:a16="http://schemas.microsoft.com/office/drawing/2014/main" id="{6B8BE0AF-FC6D-46DD-89F1-DEF7261F9D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7755" y="3026327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2" name="Text Placeholder 69">
            <a:extLst>
              <a:ext uri="{FF2B5EF4-FFF2-40B4-BE49-F238E27FC236}">
                <a16:creationId xmlns:a16="http://schemas.microsoft.com/office/drawing/2014/main" id="{8E3E41A3-426E-4D63-B6EF-69B5248551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5233" y="5281321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3" name="Text Placeholder 69">
            <a:extLst>
              <a:ext uri="{FF2B5EF4-FFF2-40B4-BE49-F238E27FC236}">
                <a16:creationId xmlns:a16="http://schemas.microsoft.com/office/drawing/2014/main" id="{9A7C8399-3A17-4A0E-BE5F-8D272A4FA7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82695" y="5281321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4" name="Text Placeholder 69">
            <a:extLst>
              <a:ext uri="{FF2B5EF4-FFF2-40B4-BE49-F238E27FC236}">
                <a16:creationId xmlns:a16="http://schemas.microsoft.com/office/drawing/2014/main" id="{923E5CF4-9C8F-40F0-A6B7-E2E567CADA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57755" y="5281321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BAB26-4112-C15B-DDC0-6CE09A627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276603"/>
            <a:ext cx="10598217" cy="43673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5" name="Subtitle 2">
            <a:extLst>
              <a:ext uri="{FF2B5EF4-FFF2-40B4-BE49-F238E27FC236}">
                <a16:creationId xmlns:a16="http://schemas.microsoft.com/office/drawing/2014/main" id="{6E8D00D1-0B68-B475-77C5-3449D19C6C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716" y="383941"/>
            <a:ext cx="3409293" cy="179274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>
              <a:spcBef>
                <a:spcPts val="0"/>
              </a:spcBef>
              <a:spcAft>
                <a:spcPts val="200"/>
              </a:spcAft>
              <a:buNone/>
              <a:defRPr sz="1100" b="1" u="none" cap="all" baseline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SECTION TITLE</a:t>
            </a:r>
            <a:endParaRPr lang="en-GB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B11D93C9-51D8-7240-ECD5-E782ED10D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59A0D5-08D7-DEBA-F590-A23A55EE3CD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defTabSz="304770"/>
            <a:fld id="{2FC800B2-235B-2F4B-9F28-5A140A5C2736}" type="slidenum">
              <a:rPr lang="en-US" smtClean="0">
                <a:solidFill>
                  <a:srgbClr val="002C77"/>
                </a:solidFill>
              </a:rPr>
              <a:pPr defTabSz="304770"/>
              <a:t>‹#›</a:t>
            </a:fld>
            <a:endParaRPr lang="en-US">
              <a:solidFill>
                <a:srgbClr val="002C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713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4" grpId="0"/>
      <p:bldP spid="35" grpId="0"/>
      <p:bldP spid="36" grpId="0"/>
      <p:bldP spid="37" grpId="0"/>
      <p:bldP spid="38" grpId="0"/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/>
      <p:bldP spid="41" grpId="0" build="p"/>
      <p:bldP spid="42" grpId="0" build="p"/>
      <p:bldP spid="43" grpId="0" build="p"/>
      <p:bldP spid="44" grpId="0" build="p"/>
    </p:bldLst>
  </p:timing>
  <p:extLst>
    <p:ext uri="{DCECCB84-F9BA-43D5-87BE-67443E8EF086}">
      <p15:sldGuideLst xmlns:p15="http://schemas.microsoft.com/office/powerpoint/2012/main">
        <p15:guide id="1" pos="23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62">
            <a:extLst>
              <a:ext uri="{FF2B5EF4-FFF2-40B4-BE49-F238E27FC236}">
                <a16:creationId xmlns:a16="http://schemas.microsoft.com/office/drawing/2014/main" id="{747E6CBF-B33D-41B8-9995-B235CB250B3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37489" y="1796988"/>
            <a:ext cx="1107920" cy="773005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rgbClr val="002C77"/>
                </a:solidFill>
              </a:defRPr>
            </a:lvl1pPr>
          </a:lstStyle>
          <a:p>
            <a:r>
              <a:rPr lang="en-GB"/>
              <a:t>Add an icon</a:t>
            </a:r>
          </a:p>
        </p:txBody>
      </p:sp>
      <p:sp>
        <p:nvSpPr>
          <p:cNvPr id="34" name="Picture Placeholder 62">
            <a:extLst>
              <a:ext uri="{FF2B5EF4-FFF2-40B4-BE49-F238E27FC236}">
                <a16:creationId xmlns:a16="http://schemas.microsoft.com/office/drawing/2014/main" id="{014BFB2C-05D9-419B-8965-A76652035B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534951" y="1796988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5" name="Picture Placeholder 62">
            <a:extLst>
              <a:ext uri="{FF2B5EF4-FFF2-40B4-BE49-F238E27FC236}">
                <a16:creationId xmlns:a16="http://schemas.microsoft.com/office/drawing/2014/main" id="{D0354F37-9E05-490A-ABB2-067DB9B6329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10011" y="1796988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6" name="Picture Placeholder 62">
            <a:extLst>
              <a:ext uri="{FF2B5EF4-FFF2-40B4-BE49-F238E27FC236}">
                <a16:creationId xmlns:a16="http://schemas.microsoft.com/office/drawing/2014/main" id="{395DC14F-0F2F-4705-A370-FF6AD6A1D74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37489" y="4004108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7" name="Picture Placeholder 62">
            <a:extLst>
              <a:ext uri="{FF2B5EF4-FFF2-40B4-BE49-F238E27FC236}">
                <a16:creationId xmlns:a16="http://schemas.microsoft.com/office/drawing/2014/main" id="{556F0D6E-5F09-41A2-B26A-2E55F1060A3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34951" y="4004108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8" name="Picture Placeholder 62">
            <a:extLst>
              <a:ext uri="{FF2B5EF4-FFF2-40B4-BE49-F238E27FC236}">
                <a16:creationId xmlns:a16="http://schemas.microsoft.com/office/drawing/2014/main" id="{1CE78A6A-1664-4D11-8E72-76B6F9B50A6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710011" y="4004108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9" name="Text Placeholder 69">
            <a:extLst>
              <a:ext uri="{FF2B5EF4-FFF2-40B4-BE49-F238E27FC236}">
                <a16:creationId xmlns:a16="http://schemas.microsoft.com/office/drawing/2014/main" id="{1643D20C-A3EF-4AE7-9DE6-2C50341BBF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5233" y="2663658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0" name="Text Placeholder 69">
            <a:extLst>
              <a:ext uri="{FF2B5EF4-FFF2-40B4-BE49-F238E27FC236}">
                <a16:creationId xmlns:a16="http://schemas.microsoft.com/office/drawing/2014/main" id="{80590C86-4E42-4574-AB53-4FE6EBF704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2695" y="2663658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1" name="Text Placeholder 69">
            <a:extLst>
              <a:ext uri="{FF2B5EF4-FFF2-40B4-BE49-F238E27FC236}">
                <a16:creationId xmlns:a16="http://schemas.microsoft.com/office/drawing/2014/main" id="{6B8BE0AF-FC6D-46DD-89F1-DEF7261F9D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57755" y="2663658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2" name="Text Placeholder 69">
            <a:extLst>
              <a:ext uri="{FF2B5EF4-FFF2-40B4-BE49-F238E27FC236}">
                <a16:creationId xmlns:a16="http://schemas.microsoft.com/office/drawing/2014/main" id="{8E3E41A3-426E-4D63-B6EF-69B5248551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5233" y="4869459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3" name="Text Placeholder 69">
            <a:extLst>
              <a:ext uri="{FF2B5EF4-FFF2-40B4-BE49-F238E27FC236}">
                <a16:creationId xmlns:a16="http://schemas.microsoft.com/office/drawing/2014/main" id="{9A7C8399-3A17-4A0E-BE5F-8D272A4FA7F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82695" y="4869459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4" name="Text Placeholder 69">
            <a:extLst>
              <a:ext uri="{FF2B5EF4-FFF2-40B4-BE49-F238E27FC236}">
                <a16:creationId xmlns:a16="http://schemas.microsoft.com/office/drawing/2014/main" id="{923E5CF4-9C8F-40F0-A6B7-E2E567CADA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857755" y="4869459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BAB26-4112-C15B-DDC0-6CE09A627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02" y="383941"/>
            <a:ext cx="10598217" cy="43673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B11D93C9-51D8-7240-ECD5-E782ED10D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59A0D5-08D7-DEBA-F590-A23A55EE3CD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defTabSz="304770"/>
            <a:fld id="{2FC800B2-235B-2F4B-9F28-5A140A5C2736}" type="slidenum">
              <a:rPr lang="en-US" smtClean="0">
                <a:solidFill>
                  <a:srgbClr val="002C77"/>
                </a:solidFill>
              </a:rPr>
              <a:pPr defTabSz="304770"/>
              <a:t>‹#›</a:t>
            </a:fld>
            <a:endParaRPr lang="en-US">
              <a:solidFill>
                <a:srgbClr val="002C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26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4" grpId="0"/>
      <p:bldP spid="35" grpId="0"/>
      <p:bldP spid="36" grpId="0"/>
      <p:bldP spid="37" grpId="0"/>
      <p:bldP spid="38" grpId="0"/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/>
      <p:bldP spid="41" grpId="0" build="p"/>
      <p:bldP spid="42" grpId="0" build="p"/>
      <p:bldP spid="43" grpId="0" build="p"/>
      <p:bldP spid="44" grpId="0" build="p"/>
    </p:bldLst>
  </p:timing>
  <p:extLst>
    <p:ext uri="{DCECCB84-F9BA-43D5-87BE-67443E8EF086}">
      <p15:sldGuideLst xmlns:p15="http://schemas.microsoft.com/office/powerpoint/2012/main">
        <p15:guide id="1" pos="234" userDrawn="1">
          <p15:clr>
            <a:srgbClr val="FBAE40"/>
          </p15:clr>
        </p15:guide>
        <p15:guide id="2" pos="7446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362D8-5CBE-4334-AA46-1763DEBD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4770"/>
            <a:fld id="{8E913856-EC6D-448E-9427-9BACCD9E10C2}" type="slidenum">
              <a:rPr lang="en-GB" smtClean="0">
                <a:solidFill>
                  <a:srgbClr val="002C77"/>
                </a:solidFill>
              </a:rPr>
              <a:pPr defTabSz="304770"/>
              <a:t>‹#›</a:t>
            </a:fld>
            <a:endParaRPr lang="en-GB">
              <a:solidFill>
                <a:srgbClr val="002C77"/>
              </a:solidFill>
            </a:endParaRPr>
          </a:p>
        </p:txBody>
      </p:sp>
      <p:sp>
        <p:nvSpPr>
          <p:cNvPr id="26" name="Picture Placeholder 62">
            <a:extLst>
              <a:ext uri="{FF2B5EF4-FFF2-40B4-BE49-F238E27FC236}">
                <a16:creationId xmlns:a16="http://schemas.microsoft.com/office/drawing/2014/main" id="{747E6CBF-B33D-41B8-9995-B235CB250B3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37626" y="3042498"/>
            <a:ext cx="1107920" cy="773005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rgbClr val="002C77"/>
                </a:solidFill>
              </a:defRPr>
            </a:lvl1pPr>
          </a:lstStyle>
          <a:p>
            <a:r>
              <a:rPr lang="en-GB"/>
              <a:t>Add an icon</a:t>
            </a:r>
          </a:p>
        </p:txBody>
      </p:sp>
      <p:sp>
        <p:nvSpPr>
          <p:cNvPr id="34" name="Picture Placeholder 62">
            <a:extLst>
              <a:ext uri="{FF2B5EF4-FFF2-40B4-BE49-F238E27FC236}">
                <a16:creationId xmlns:a16="http://schemas.microsoft.com/office/drawing/2014/main" id="{014BFB2C-05D9-419B-8965-A76652035B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542040" y="3042498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5" name="Picture Placeholder 62">
            <a:extLst>
              <a:ext uri="{FF2B5EF4-FFF2-40B4-BE49-F238E27FC236}">
                <a16:creationId xmlns:a16="http://schemas.microsoft.com/office/drawing/2014/main" id="{D0354F37-9E05-490A-ABB2-067DB9B6329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91555" y="3042498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9" name="Text Placeholder 69">
            <a:extLst>
              <a:ext uri="{FF2B5EF4-FFF2-40B4-BE49-F238E27FC236}">
                <a16:creationId xmlns:a16="http://schemas.microsoft.com/office/drawing/2014/main" id="{1643D20C-A3EF-4AE7-9DE6-2C50341BBF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370" y="3909164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0" name="Text Placeholder 69">
            <a:extLst>
              <a:ext uri="{FF2B5EF4-FFF2-40B4-BE49-F238E27FC236}">
                <a16:creationId xmlns:a16="http://schemas.microsoft.com/office/drawing/2014/main" id="{80590C86-4E42-4574-AB53-4FE6EBF704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75607" y="3909164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1" name="Text Placeholder 69">
            <a:extLst>
              <a:ext uri="{FF2B5EF4-FFF2-40B4-BE49-F238E27FC236}">
                <a16:creationId xmlns:a16="http://schemas.microsoft.com/office/drawing/2014/main" id="{6B8BE0AF-FC6D-46DD-89F1-DEF7261F9D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65844" y="3909164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CED80-56B5-F939-6D39-C8E3B228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1276603"/>
            <a:ext cx="10598217" cy="43673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F385E65D-496E-3799-ED0D-1F8C379F31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BC37B91A-0D0E-6CDD-D60B-6D281366D6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716" y="383941"/>
            <a:ext cx="3409293" cy="179274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>
              <a:spcBef>
                <a:spcPts val="0"/>
              </a:spcBef>
              <a:spcAft>
                <a:spcPts val="200"/>
              </a:spcAft>
              <a:buNone/>
              <a:defRPr sz="1100" b="1" u="none" cap="all" baseline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SECTION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60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4" grpId="0"/>
      <p:bldP spid="35" grpId="0"/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/>
      <p:bldP spid="41" grpId="0" build="p"/>
    </p:bldLst>
  </p:timing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446" userDrawn="1">
          <p15:clr>
            <a:srgbClr val="FBAE40"/>
          </p15:clr>
        </p15:guide>
        <p15:guide id="3" pos="23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362D8-5CBE-4334-AA46-1763DEBD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04770"/>
            <a:fld id="{8E913856-EC6D-448E-9427-9BACCD9E10C2}" type="slidenum">
              <a:rPr lang="en-GB" smtClean="0">
                <a:solidFill>
                  <a:srgbClr val="002C77"/>
                </a:solidFill>
              </a:rPr>
              <a:pPr defTabSz="304770"/>
              <a:t>‹#›</a:t>
            </a:fld>
            <a:endParaRPr lang="en-GB">
              <a:solidFill>
                <a:srgbClr val="002C77"/>
              </a:solidFill>
            </a:endParaRPr>
          </a:p>
        </p:txBody>
      </p:sp>
      <p:sp>
        <p:nvSpPr>
          <p:cNvPr id="26" name="Picture Placeholder 62">
            <a:extLst>
              <a:ext uri="{FF2B5EF4-FFF2-40B4-BE49-F238E27FC236}">
                <a16:creationId xmlns:a16="http://schemas.microsoft.com/office/drawing/2014/main" id="{747E6CBF-B33D-41B8-9995-B235CB250B3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37626" y="2550613"/>
            <a:ext cx="1107920" cy="773005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rgbClr val="002C77"/>
                </a:solidFill>
              </a:defRPr>
            </a:lvl1pPr>
          </a:lstStyle>
          <a:p>
            <a:r>
              <a:rPr lang="en-GB"/>
              <a:t>Add an icon</a:t>
            </a:r>
          </a:p>
        </p:txBody>
      </p:sp>
      <p:sp>
        <p:nvSpPr>
          <p:cNvPr id="34" name="Picture Placeholder 62">
            <a:extLst>
              <a:ext uri="{FF2B5EF4-FFF2-40B4-BE49-F238E27FC236}">
                <a16:creationId xmlns:a16="http://schemas.microsoft.com/office/drawing/2014/main" id="{014BFB2C-05D9-419B-8965-A76652035B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542040" y="2550613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5" name="Picture Placeholder 62">
            <a:extLst>
              <a:ext uri="{FF2B5EF4-FFF2-40B4-BE49-F238E27FC236}">
                <a16:creationId xmlns:a16="http://schemas.microsoft.com/office/drawing/2014/main" id="{D0354F37-9E05-490A-ABB2-067DB9B6329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91555" y="2550613"/>
            <a:ext cx="1107920" cy="773005"/>
          </a:xfrm>
          <a:noFill/>
        </p:spPr>
        <p:txBody>
          <a:bodyPr/>
          <a:lstStyle>
            <a:lvl1pPr marL="0" marR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309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Add an icon</a:t>
            </a:r>
          </a:p>
        </p:txBody>
      </p:sp>
      <p:sp>
        <p:nvSpPr>
          <p:cNvPr id="39" name="Text Placeholder 69">
            <a:extLst>
              <a:ext uri="{FF2B5EF4-FFF2-40B4-BE49-F238E27FC236}">
                <a16:creationId xmlns:a16="http://schemas.microsoft.com/office/drawing/2014/main" id="{1643D20C-A3EF-4AE7-9DE6-2C50341BBF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370" y="3417282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0" name="Text Placeholder 69">
            <a:extLst>
              <a:ext uri="{FF2B5EF4-FFF2-40B4-BE49-F238E27FC236}">
                <a16:creationId xmlns:a16="http://schemas.microsoft.com/office/drawing/2014/main" id="{80590C86-4E42-4574-AB53-4FE6EBF704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75607" y="3417282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41" name="Text Placeholder 69">
            <a:extLst>
              <a:ext uri="{FF2B5EF4-FFF2-40B4-BE49-F238E27FC236}">
                <a16:creationId xmlns:a16="http://schemas.microsoft.com/office/drawing/2014/main" id="{6B8BE0AF-FC6D-46DD-89F1-DEF7261F9D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65844" y="3417282"/>
            <a:ext cx="2812432" cy="744538"/>
          </a:xfrm>
        </p:spPr>
        <p:txBody>
          <a:bodyPr/>
          <a:lstStyle>
            <a:lvl1pPr marL="0" indent="0" algn="ctr">
              <a:buNone/>
              <a:defRPr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description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CED80-56B5-F939-6D39-C8E3B228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02" y="383941"/>
            <a:ext cx="10598217" cy="43673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F385E65D-496E-3799-ED0D-1F8C379F31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6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4" grpId="0"/>
      <p:bldP spid="35" grpId="0"/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/>
      <p:bldP spid="41" grpId="0" build="p"/>
    </p:bldLst>
  </p:timing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1 Line Title and In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83F42F0-F907-70C1-6E55-B5C2527FBE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8" y="383941"/>
            <a:ext cx="7200900" cy="4936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Single line Header</a:t>
            </a:r>
            <a:endParaRPr lang="en-GB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B3C5310-7EA6-C8B1-55EA-C23B41A857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35" y="1219015"/>
            <a:ext cx="3406773" cy="4873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400" b="1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Paragraph header or intro.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0F2C0A87-5743-73E8-B838-7777902120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91423" y="1219015"/>
            <a:ext cx="3380848" cy="4873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  <a:defRPr sz="11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10000"/>
              </a:lnSpc>
              <a:buNone/>
              <a:defRPr sz="933"/>
            </a:lvl2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marL="0" marR="0" lvl="0" indent="0" algn="l" defTabSz="609539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cillum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r>
              <a:rPr lang="en-US"/>
              <a:t>. </a:t>
            </a:r>
            <a:r>
              <a:rPr lang="en-US" err="1"/>
              <a:t>Excepteur</a:t>
            </a:r>
            <a:r>
              <a:rPr lang="en-US"/>
              <a:t> </a:t>
            </a:r>
            <a:r>
              <a:rPr lang="en-US" err="1"/>
              <a:t>sint</a:t>
            </a:r>
            <a:r>
              <a:rPr lang="en-US"/>
              <a:t> </a:t>
            </a:r>
            <a:r>
              <a:rPr lang="en-US" err="1"/>
              <a:t>occaecat</a:t>
            </a:r>
            <a:r>
              <a:rPr lang="en-US"/>
              <a:t> </a:t>
            </a:r>
            <a:r>
              <a:rPr lang="en-US" err="1"/>
              <a:t>cupidatat</a:t>
            </a:r>
            <a:r>
              <a:rPr lang="en-US"/>
              <a:t> non </a:t>
            </a:r>
            <a:r>
              <a:rPr lang="en-US" err="1"/>
              <a:t>proident</a:t>
            </a:r>
            <a:r>
              <a:rPr lang="en-US"/>
              <a:t>, sunt in culpa qui </a:t>
            </a:r>
            <a:r>
              <a:rPr lang="en-US" err="1"/>
              <a:t>officia</a:t>
            </a:r>
            <a:r>
              <a:rPr lang="en-US"/>
              <a:t> </a:t>
            </a:r>
            <a:r>
              <a:rPr lang="en-US" err="1"/>
              <a:t>deserunt</a:t>
            </a:r>
            <a:r>
              <a:rPr lang="en-US"/>
              <a:t> </a:t>
            </a:r>
            <a:r>
              <a:rPr lang="en-US" err="1"/>
              <a:t>mollit</a:t>
            </a:r>
            <a:r>
              <a:rPr lang="en-US"/>
              <a:t> </a:t>
            </a:r>
            <a:r>
              <a:rPr lang="en-US" err="1"/>
              <a:t>anim</a:t>
            </a:r>
            <a:r>
              <a:rPr lang="en-US"/>
              <a:t> id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laborum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898D827-97FA-7271-E784-0A0DF0D39E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43850" y="380942"/>
            <a:ext cx="3865033" cy="5712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6C0515-E19E-A9CC-ECB5-A1C86571C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+mn-lt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EBA7124-ECC5-DBF5-8840-F33B9F2159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731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13" pos="3840" userDrawn="1">
          <p15:clr>
            <a:srgbClr val="FBAE40"/>
          </p15:clr>
        </p15:guide>
        <p15:guide id="14" pos="7446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83F42F0-F907-70C1-6E55-B5C2527FBE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8" y="383941"/>
            <a:ext cx="7200900" cy="4936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Header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6C0515-E19E-A9CC-ECB5-A1C86571C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+mn-lt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E4BB35-ECFE-E0D4-2798-0A04425EBD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55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13" pos="3840" userDrawn="1">
          <p15:clr>
            <a:srgbClr val="FBAE40"/>
          </p15:clr>
        </p15:guide>
        <p15:guide id="14" pos="7446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83F42F0-F907-70C1-6E55-B5C2527FBE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8" y="383941"/>
            <a:ext cx="7200900" cy="4936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rgbClr val="002C77"/>
                </a:solidFill>
                <a:latin typeface="+mj-lt"/>
              </a:defRPr>
            </a:lvl1pPr>
          </a:lstStyle>
          <a:p>
            <a:pPr lvl="0"/>
            <a:r>
              <a:rPr lang="en-US"/>
              <a:t>Header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6C0515-E19E-A9CC-ECB5-A1C86571C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+mn-lt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E4BB35-ECFE-E0D4-2798-0A04425EBD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37DD523-FEAF-8E36-440F-C6B34EAF13B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715" y="877609"/>
            <a:ext cx="7201301" cy="302911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>
              <a:spcBef>
                <a:spcPts val="0"/>
              </a:spcBef>
              <a:spcAft>
                <a:spcPts val="20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Subtitle style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481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13" pos="3840" userDrawn="1">
          <p15:clr>
            <a:srgbClr val="FBAE40"/>
          </p15:clr>
        </p15:guide>
        <p15:guide id="14" pos="7446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83F42F0-F907-70C1-6E55-B5C2527FBE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8" y="907687"/>
            <a:ext cx="7200900" cy="4936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Header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6C0515-E19E-A9CC-ECB5-A1C86571C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+mn-lt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E4BB35-ECFE-E0D4-2798-0A04425EBD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41F75B9-91C6-60F8-44FC-AB6A788ADB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716" y="383941"/>
            <a:ext cx="3409293" cy="179274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>
              <a:spcBef>
                <a:spcPts val="0"/>
              </a:spcBef>
              <a:spcAft>
                <a:spcPts val="200"/>
              </a:spcAft>
              <a:buNone/>
              <a:defRPr sz="1100" b="1" u="none" cap="all" baseline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SECTION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988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13" pos="3840" userDrawn="1">
          <p15:clr>
            <a:srgbClr val="FBAE40"/>
          </p15:clr>
        </p15:guide>
        <p15:guide id="14" pos="7446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83F42F0-F907-70C1-6E55-B5C2527FBE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8" y="1276603"/>
            <a:ext cx="7200900" cy="4936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32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Header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6C0515-E19E-A9CC-ECB5-A1C86571C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+mn-lt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0E4BB35-ECFE-E0D4-2798-0A04425EBD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D41F75B9-91C6-60F8-44FC-AB6A788ADB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2716" y="383941"/>
            <a:ext cx="3409293" cy="179274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>
              <a:spcBef>
                <a:spcPts val="0"/>
              </a:spcBef>
              <a:spcAft>
                <a:spcPts val="200"/>
              </a:spcAft>
              <a:buNone/>
              <a:defRPr sz="1100" b="1" u="none" cap="all" baseline="0">
                <a:solidFill>
                  <a:schemeClr val="accent1"/>
                </a:solidFill>
                <a:uFill>
                  <a:solidFill>
                    <a:schemeClr val="accent1"/>
                  </a:solidFill>
                </a:uFill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SECTION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304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13" pos="3840" userDrawn="1">
          <p15:clr>
            <a:srgbClr val="FBAE40"/>
          </p15:clr>
        </p15:guide>
        <p15:guide id="14" pos="7446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vider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5317CCFE-0413-20D9-882A-2A68B026C2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76185" y="380944"/>
            <a:ext cx="7632699" cy="57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30743F4-E435-48FC-C355-C80C572779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6885" y="2852826"/>
            <a:ext cx="3435125" cy="49236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56492-8BF7-C30E-240D-D948343A5C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754D44E-0F4A-7D5B-2317-B17DB597FC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6886" y="3348013"/>
            <a:ext cx="3435125" cy="302911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>
              <a:spcBef>
                <a:spcPts val="0"/>
              </a:spcBef>
              <a:spcAft>
                <a:spcPts val="20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Subtitle style </a:t>
            </a:r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37639F-5EE8-452C-8943-F01F252DC3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481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211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7" pos="3840" userDrawn="1">
          <p15:clr>
            <a:srgbClr val="FBAE40"/>
          </p15:clr>
        </p15:guide>
        <p15:guide id="9" pos="7446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vider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5317CCFE-0413-20D9-882A-2A68B026C2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76184" y="380944"/>
            <a:ext cx="7658933" cy="57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30743F4-E435-48FC-C355-C80C572779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6885" y="2852826"/>
            <a:ext cx="3435125" cy="49236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Section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56492-8BF7-C30E-240D-D948343A5C8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F37639F-5EE8-452C-8943-F01F252DC3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963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211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7" pos="3840" userDrawn="1">
          <p15:clr>
            <a:srgbClr val="FBAE40"/>
          </p15:clr>
        </p15:guide>
        <p15:guide id="9" pos="7446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Long Title Divider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0CBD0E2-BD76-85F1-EBA7-0C521B7B1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6884" y="2852826"/>
            <a:ext cx="5354942" cy="4923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Long section title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5317CCFE-0413-20D9-882A-2A68B026C2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2" y="380944"/>
            <a:ext cx="5712883" cy="57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3D614DC-3761-1BC6-5878-B155F8839A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4B42380-185F-655C-53BF-0508E0FCE1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56884" y="3348013"/>
            <a:ext cx="5354942" cy="302911"/>
          </a:xfrm>
          <a:prstGeom prst="rect">
            <a:avLst/>
          </a:prstGeom>
        </p:spPr>
        <p:txBody>
          <a:bodyPr lIns="0" rIns="0" anchor="t" anchorCtr="0"/>
          <a:lstStyle>
            <a:lvl1pPr marL="0" indent="0" algn="l">
              <a:spcBef>
                <a:spcPts val="0"/>
              </a:spcBef>
              <a:spcAft>
                <a:spcPts val="200"/>
              </a:spcAft>
              <a:buNone/>
              <a:defRPr sz="2400" b="1">
                <a:solidFill>
                  <a:schemeClr val="accent3"/>
                </a:solidFill>
              </a:defRPr>
            </a:lvl1pPr>
            <a:lvl2pPr marL="304770" indent="0" algn="ctr">
              <a:buNone/>
              <a:defRPr sz="1333"/>
            </a:lvl2pPr>
            <a:lvl3pPr marL="609539" indent="0" algn="ctr">
              <a:buNone/>
              <a:defRPr sz="1200"/>
            </a:lvl3pPr>
            <a:lvl4pPr marL="914309" indent="0" algn="ctr">
              <a:buNone/>
              <a:defRPr sz="1067"/>
            </a:lvl4pPr>
            <a:lvl5pPr marL="1219078" indent="0" algn="ctr">
              <a:buNone/>
              <a:defRPr sz="1067"/>
            </a:lvl5pPr>
            <a:lvl6pPr marL="1523848" indent="0" algn="ctr">
              <a:buNone/>
              <a:defRPr sz="1067"/>
            </a:lvl6pPr>
            <a:lvl7pPr marL="1828617" indent="0" algn="ctr">
              <a:buNone/>
              <a:defRPr sz="1067"/>
            </a:lvl7pPr>
            <a:lvl8pPr marL="2133387" indent="0" algn="ctr">
              <a:buNone/>
              <a:defRPr sz="1067"/>
            </a:lvl8pPr>
            <a:lvl9pPr marL="2438156" indent="0" algn="ctr">
              <a:buNone/>
              <a:defRPr sz="1067"/>
            </a:lvl9pPr>
          </a:lstStyle>
          <a:p>
            <a:r>
              <a:rPr lang="en-US"/>
              <a:t>Subtitle style 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52397F8-8B01-6782-49A2-F39CB417A8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57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211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7" pos="3840" userDrawn="1">
          <p15:clr>
            <a:srgbClr val="FBAE40"/>
          </p15:clr>
        </p15:guide>
        <p15:guide id="9" pos="7446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ong Title Divider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0CBD0E2-BD76-85F1-EBA7-0C521B7B1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6884" y="2852826"/>
            <a:ext cx="5354942" cy="4923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Long section title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5317CCFE-0413-20D9-882A-2A68B026C2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2" y="380944"/>
            <a:ext cx="5739117" cy="57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3D614DC-3761-1BC6-5878-B155F8839A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065683" y="6399751"/>
            <a:ext cx="2743200" cy="365068"/>
          </a:xfrm>
        </p:spPr>
        <p:txBody>
          <a:bodyPr/>
          <a:lstStyle>
            <a:lvl1pPr>
              <a:defRPr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304770"/>
            <a:fld id="{2FC800B2-235B-2F4B-9F28-5A140A5C2736}" type="slidenum">
              <a:rPr lang="en-US" smtClean="0"/>
              <a:pPr defTabSz="30477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52397F8-8B01-6782-49A2-F39CB417A8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116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211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7" pos="3840" userDrawn="1">
          <p15:clr>
            <a:srgbClr val="FBAE40"/>
          </p15:clr>
        </p15:guide>
        <p15:guide id="9" pos="7469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0CBD0E2-BD76-85F1-EBA7-0C521B7B1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985" y="2829549"/>
            <a:ext cx="5316841" cy="135400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1" i="0">
                <a:solidFill>
                  <a:srgbClr val="002C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closing statement </a:t>
            </a:r>
            <a:endParaRPr lang="en-GB"/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649831A4-7313-58D2-9FD2-0E481EF89D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2" y="380944"/>
            <a:ext cx="5739117" cy="57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702A48-5753-3E14-3FD3-D1CE9D335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0317" y="6399815"/>
            <a:ext cx="4114800" cy="3650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pPr defTabSz="304770"/>
            <a:endParaRPr lang="en-US">
              <a:solidFill>
                <a:srgbClr val="002C77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DD0D450-6D81-843E-F037-26D0725B51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037" y="1999477"/>
            <a:ext cx="1304767" cy="47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702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7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losing Slid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C28D50E2-6D26-C8D0-7C31-CA6CF0D85A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9467" y="380944"/>
            <a:ext cx="11419200" cy="57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tIns="1440000"/>
          <a:lstStyle>
            <a:lvl1pPr marL="0" indent="0" algn="ctr">
              <a:buNone/>
              <a:defRPr/>
            </a:lvl1pPr>
          </a:lstStyle>
          <a:p>
            <a:r>
              <a:rPr lang="en-GB"/>
              <a:t>Drag and drop image here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0CBD0E2-BD76-85F1-EBA7-0C521B7B1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7582" y="2829549"/>
            <a:ext cx="5316841" cy="135400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closing statement 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6C50326-C92D-5471-3FE5-470645DC9E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8F20EB7-D30A-BDB8-523C-E836739B31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0317" y="6399815"/>
            <a:ext cx="4114800" cy="3650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pPr defTabSz="304770"/>
            <a:endParaRPr lang="en-US">
              <a:solidFill>
                <a:srgbClr val="002C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919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losing Slide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6D46D4-867B-1B29-18D9-D1DCF834228C}"/>
              </a:ext>
            </a:extLst>
          </p:cNvPr>
          <p:cNvSpPr/>
          <p:nvPr userDrawn="1"/>
        </p:nvSpPr>
        <p:spPr>
          <a:xfrm>
            <a:off x="389467" y="382003"/>
            <a:ext cx="11419200" cy="57109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0CBD0E2-BD76-85F1-EBA7-0C521B7B1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7582" y="2829549"/>
            <a:ext cx="5316841" cy="135400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0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closing statement 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9F945E-5ED8-AC85-1513-90DF82F0C9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B2A196C-E574-D45B-9959-4540ACE4E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0317" y="6399815"/>
            <a:ext cx="4114800" cy="3650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pPr defTabSz="304770"/>
            <a:endParaRPr lang="en-US">
              <a:solidFill>
                <a:srgbClr val="002C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19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losing Slid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6D46D4-867B-1B29-18D9-D1DCF834228C}"/>
              </a:ext>
            </a:extLst>
          </p:cNvPr>
          <p:cNvSpPr/>
          <p:nvPr userDrawn="1"/>
        </p:nvSpPr>
        <p:spPr>
          <a:xfrm>
            <a:off x="389467" y="382003"/>
            <a:ext cx="11419200" cy="57109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90CBD0E2-BD76-85F1-EBA7-0C521B7B1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7582" y="2829549"/>
            <a:ext cx="5316841" cy="135400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Insert closing statement </a:t>
            </a:r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4BF9C1E-E4CB-55A7-B9E3-E7FA99245F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716" y="6316541"/>
            <a:ext cx="826250" cy="30291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8735C17-CAE8-F301-4DA4-C309BE5E90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0317" y="6399815"/>
            <a:ext cx="4114800" cy="36506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pPr defTabSz="304770"/>
            <a:endParaRPr lang="en-US">
              <a:solidFill>
                <a:srgbClr val="002C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37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losing Slid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6D46D4-867B-1B29-18D9-D1DCF834228C}"/>
              </a:ext>
            </a:extLst>
          </p:cNvPr>
          <p:cNvSpPr/>
          <p:nvPr userDrawn="1"/>
        </p:nvSpPr>
        <p:spPr>
          <a:xfrm>
            <a:off x="389467" y="382000"/>
            <a:ext cx="11419200" cy="6095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F86FAA6-8B8F-4440-844F-06131C176D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50142" y="3054227"/>
            <a:ext cx="1291719" cy="47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37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34" userDrawn="1">
          <p15:clr>
            <a:srgbClr val="FBAE40"/>
          </p15:clr>
        </p15:guide>
        <p15:guide id="4" pos="11158">
          <p15:clr>
            <a:srgbClr val="FBAE40"/>
          </p15:clr>
        </p15:guide>
        <p15:guide id="5" orient="horz" pos="5758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22957-D1F8-4D83-A8A9-E4530B0BA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521CB7-0B76-47E8-907D-FB97B873E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9953A-08B8-40A2-A684-DA7F1F3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C34BC-E7D2-4F82-A84B-CB189B14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E5776-139D-4092-AB22-3A24CE54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7709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331EE4D6-C6CB-46DD-9B81-9EBC0D439D8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37626" y="1727308"/>
            <a:ext cx="1107920" cy="773005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rgbClr val="002C77"/>
                </a:solidFill>
              </a:defRPr>
            </a:lvl1pPr>
          </a:lstStyle>
          <a:p>
            <a:r>
              <a:rPr lang="en-GB" dirty="0"/>
              <a:t>Add an icon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41C543-D4C5-4796-9BB5-C379FFB35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2930A-A56D-40DF-B5AC-301B28F3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11BAF-18E3-4F7B-B62C-54C94AFA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38362-82F1-4A5D-9CCC-DF83DCCF0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7985" y="6364663"/>
            <a:ext cx="455815" cy="365125"/>
          </a:xfrm>
        </p:spPr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39B0E2B-FEED-4EEA-9F54-AC4164667E0F}"/>
              </a:ext>
            </a:extLst>
          </p:cNvPr>
          <p:cNvCxnSpPr/>
          <p:nvPr userDrawn="1"/>
        </p:nvCxnSpPr>
        <p:spPr>
          <a:xfrm>
            <a:off x="5181823" y="3519004"/>
            <a:ext cx="1800000" cy="0"/>
          </a:xfrm>
          <a:prstGeom prst="line">
            <a:avLst/>
          </a:prstGeom>
          <a:ln w="25400">
            <a:solidFill>
              <a:srgbClr val="EDB7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B6A5CD2-1570-4307-8FE5-0CB1E77D0210}"/>
              </a:ext>
            </a:extLst>
          </p:cNvPr>
          <p:cNvCxnSpPr/>
          <p:nvPr userDrawn="1"/>
        </p:nvCxnSpPr>
        <p:spPr>
          <a:xfrm>
            <a:off x="9045515" y="3519004"/>
            <a:ext cx="1800000" cy="0"/>
          </a:xfrm>
          <a:prstGeom prst="line">
            <a:avLst/>
          </a:prstGeom>
          <a:ln w="25400">
            <a:solidFill>
              <a:srgbClr val="EDB7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BCC497B-CF59-4FA7-B7EF-05549A2D75DF}"/>
              </a:ext>
            </a:extLst>
          </p:cNvPr>
          <p:cNvCxnSpPr/>
          <p:nvPr userDrawn="1"/>
        </p:nvCxnSpPr>
        <p:spPr>
          <a:xfrm>
            <a:off x="1151380" y="5781298"/>
            <a:ext cx="1800000" cy="0"/>
          </a:xfrm>
          <a:prstGeom prst="line">
            <a:avLst/>
          </a:prstGeom>
          <a:ln w="25400">
            <a:solidFill>
              <a:srgbClr val="EDB7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664BA2B-26B7-4BCB-B092-663682E81928}"/>
              </a:ext>
            </a:extLst>
          </p:cNvPr>
          <p:cNvCxnSpPr/>
          <p:nvPr userDrawn="1"/>
        </p:nvCxnSpPr>
        <p:spPr>
          <a:xfrm>
            <a:off x="5181823" y="5781298"/>
            <a:ext cx="1800000" cy="0"/>
          </a:xfrm>
          <a:prstGeom prst="line">
            <a:avLst/>
          </a:prstGeom>
          <a:ln w="25400">
            <a:solidFill>
              <a:srgbClr val="EDB7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8DEFD73-7700-4CF6-9804-A427AA291967}"/>
              </a:ext>
            </a:extLst>
          </p:cNvPr>
          <p:cNvCxnSpPr/>
          <p:nvPr userDrawn="1"/>
        </p:nvCxnSpPr>
        <p:spPr>
          <a:xfrm>
            <a:off x="9045515" y="5781298"/>
            <a:ext cx="1800000" cy="0"/>
          </a:xfrm>
          <a:prstGeom prst="line">
            <a:avLst/>
          </a:prstGeom>
          <a:ln w="25400">
            <a:solidFill>
              <a:srgbClr val="EDB7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BAE3034-E290-4AE1-9931-A03D28A8793F}"/>
              </a:ext>
            </a:extLst>
          </p:cNvPr>
          <p:cNvCxnSpPr/>
          <p:nvPr userDrawn="1"/>
        </p:nvCxnSpPr>
        <p:spPr>
          <a:xfrm>
            <a:off x="1151380" y="3519004"/>
            <a:ext cx="1800000" cy="0"/>
          </a:xfrm>
          <a:prstGeom prst="line">
            <a:avLst/>
          </a:prstGeom>
          <a:ln w="25400">
            <a:solidFill>
              <a:srgbClr val="EDB7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1AB26331-9179-4313-8813-C18952F103C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82588" y="829930"/>
            <a:ext cx="6799262" cy="3015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1D7B62DD-C58E-4CC9-9E58-256AB79E2B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542040" y="1727308"/>
            <a:ext cx="1107920" cy="773005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rgbClr val="002C77"/>
                </a:solidFill>
              </a:defRPr>
            </a:lvl1pPr>
          </a:lstStyle>
          <a:p>
            <a:r>
              <a:rPr lang="en-GB" dirty="0"/>
              <a:t>Add an icon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EC3C802E-DC98-417A-8D0E-AEAB4792B3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91555" y="1727308"/>
            <a:ext cx="1107920" cy="773005"/>
          </a:xfrm>
          <a:noFill/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an icon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B7729406-A95D-4E1A-B28B-BDF7A84125F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537626" y="3983619"/>
            <a:ext cx="1107920" cy="773005"/>
          </a:xfrm>
          <a:noFill/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an icon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CA0C7B36-2CCB-40E0-99FD-471231F9F48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42040" y="3983619"/>
            <a:ext cx="1107920" cy="773005"/>
          </a:xfrm>
          <a:noFill/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an icon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A8D9687C-F28C-4214-99D9-9AABF1C59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391555" y="3983619"/>
            <a:ext cx="1107920" cy="773005"/>
          </a:xfrm>
          <a:noFill/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an icon</a:t>
            </a:r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BFE1453B-E7CF-4073-830B-ED270D48AC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370" y="2593975"/>
            <a:ext cx="2812432" cy="74453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add description</a:t>
            </a:r>
          </a:p>
        </p:txBody>
      </p:sp>
      <p:sp>
        <p:nvSpPr>
          <p:cNvPr id="71" name="Text Placeholder 69">
            <a:extLst>
              <a:ext uri="{FF2B5EF4-FFF2-40B4-BE49-F238E27FC236}">
                <a16:creationId xmlns:a16="http://schemas.microsoft.com/office/drawing/2014/main" id="{7030B450-7373-4001-82AD-C804A8696B2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75607" y="2593975"/>
            <a:ext cx="2812432" cy="74453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add description</a:t>
            </a:r>
          </a:p>
        </p:txBody>
      </p:sp>
      <p:sp>
        <p:nvSpPr>
          <p:cNvPr id="72" name="Text Placeholder 69">
            <a:extLst>
              <a:ext uri="{FF2B5EF4-FFF2-40B4-BE49-F238E27FC236}">
                <a16:creationId xmlns:a16="http://schemas.microsoft.com/office/drawing/2014/main" id="{789681D9-89C9-4720-8C17-A29C886CDAB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65844" y="2593975"/>
            <a:ext cx="2812432" cy="74453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add description</a:t>
            </a:r>
          </a:p>
        </p:txBody>
      </p:sp>
      <p:sp>
        <p:nvSpPr>
          <p:cNvPr id="73" name="Text Placeholder 69">
            <a:extLst>
              <a:ext uri="{FF2B5EF4-FFF2-40B4-BE49-F238E27FC236}">
                <a16:creationId xmlns:a16="http://schemas.microsoft.com/office/drawing/2014/main" id="{081B4CC2-DC16-4A54-B871-9FEE4CF7EF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5370" y="4848969"/>
            <a:ext cx="2812432" cy="74453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add description</a:t>
            </a:r>
          </a:p>
        </p:txBody>
      </p:sp>
      <p:sp>
        <p:nvSpPr>
          <p:cNvPr id="74" name="Text Placeholder 69">
            <a:extLst>
              <a:ext uri="{FF2B5EF4-FFF2-40B4-BE49-F238E27FC236}">
                <a16:creationId xmlns:a16="http://schemas.microsoft.com/office/drawing/2014/main" id="{6046AF4B-3995-49C3-8B0C-A006BA4C3FB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75607" y="4848969"/>
            <a:ext cx="2812432" cy="74453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add description</a:t>
            </a:r>
          </a:p>
        </p:txBody>
      </p:sp>
      <p:sp>
        <p:nvSpPr>
          <p:cNvPr id="75" name="Text Placeholder 69">
            <a:extLst>
              <a:ext uri="{FF2B5EF4-FFF2-40B4-BE49-F238E27FC236}">
                <a16:creationId xmlns:a16="http://schemas.microsoft.com/office/drawing/2014/main" id="{CFB51604-32D9-4DC0-A358-B600FC1154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65844" y="4848969"/>
            <a:ext cx="2812432" cy="74453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add description</a:t>
            </a:r>
          </a:p>
        </p:txBody>
      </p:sp>
    </p:spTree>
    <p:extLst>
      <p:ext uri="{BB962C8B-B14F-4D97-AF65-F5344CB8AC3E}">
        <p14:creationId xmlns:p14="http://schemas.microsoft.com/office/powerpoint/2010/main" val="388940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1" grpId="0" build="p">
        <p:tmplLst>
          <p:tmpl lvl="1">
            <p:tnLst>
              <p:par>
                <p:cTn presetID="1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249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4" grpId="0"/>
      <p:bldP spid="65" grpId="0"/>
      <p:bldP spid="66" grpId="0"/>
      <p:bldP spid="67" grpId="0"/>
      <p:bldP spid="68" grpId="0"/>
      <p:bldP spid="7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build="p"/>
      <p:bldP spid="72" grpId="0" build="p"/>
      <p:bldP spid="73" grpId="0" build="p"/>
      <p:bldP spid="74" grpId="0" build="p"/>
      <p:bldP spid="75" grpId="0" build="p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1C543-D4C5-4796-9BB5-C379FFB35B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2930A-A56D-40DF-B5AC-301B28F3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11BAF-18E3-4F7B-B62C-54C94AFA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38362-82F1-4A5D-9CCC-DF83DCCF0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7985" y="6364663"/>
            <a:ext cx="455815" cy="365125"/>
          </a:xfrm>
        </p:spPr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1AB26331-9179-4313-8813-C18952F103C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82588" y="829930"/>
            <a:ext cx="6799262" cy="30158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 </a:t>
            </a:r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5" name="Picture Placeholder 62">
            <a:extLst>
              <a:ext uri="{FF2B5EF4-FFF2-40B4-BE49-F238E27FC236}">
                <a16:creationId xmlns:a16="http://schemas.microsoft.com/office/drawing/2014/main" id="{7FB27108-0AE7-43DB-8B4D-D6869E415DC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537626" y="3042497"/>
            <a:ext cx="1107920" cy="773005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rgbClr val="002C77"/>
                </a:solidFill>
              </a:defRPr>
            </a:lvl1pPr>
          </a:lstStyle>
          <a:p>
            <a:r>
              <a:rPr lang="en-GB" dirty="0"/>
              <a:t>Add an icon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2E6DFBD-1B42-4A6C-8E11-80B1E7209507}"/>
              </a:ext>
            </a:extLst>
          </p:cNvPr>
          <p:cNvCxnSpPr/>
          <p:nvPr userDrawn="1"/>
        </p:nvCxnSpPr>
        <p:spPr>
          <a:xfrm>
            <a:off x="5181823" y="4834193"/>
            <a:ext cx="1800000" cy="0"/>
          </a:xfrm>
          <a:prstGeom prst="line">
            <a:avLst/>
          </a:prstGeom>
          <a:ln w="25400">
            <a:solidFill>
              <a:srgbClr val="EDB7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55F836-257C-43F7-92F6-39F3DF030BC0}"/>
              </a:ext>
            </a:extLst>
          </p:cNvPr>
          <p:cNvCxnSpPr/>
          <p:nvPr userDrawn="1"/>
        </p:nvCxnSpPr>
        <p:spPr>
          <a:xfrm>
            <a:off x="9045515" y="4834193"/>
            <a:ext cx="1800000" cy="0"/>
          </a:xfrm>
          <a:prstGeom prst="line">
            <a:avLst/>
          </a:prstGeom>
          <a:ln w="25400">
            <a:solidFill>
              <a:srgbClr val="EDB7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06D6CDA-D5A2-4697-9F74-47FBC3829D33}"/>
              </a:ext>
            </a:extLst>
          </p:cNvPr>
          <p:cNvCxnSpPr/>
          <p:nvPr userDrawn="1"/>
        </p:nvCxnSpPr>
        <p:spPr>
          <a:xfrm>
            <a:off x="1151380" y="4834193"/>
            <a:ext cx="1800000" cy="0"/>
          </a:xfrm>
          <a:prstGeom prst="line">
            <a:avLst/>
          </a:prstGeom>
          <a:ln w="25400">
            <a:solidFill>
              <a:srgbClr val="EDB71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62">
            <a:extLst>
              <a:ext uri="{FF2B5EF4-FFF2-40B4-BE49-F238E27FC236}">
                <a16:creationId xmlns:a16="http://schemas.microsoft.com/office/drawing/2014/main" id="{80596D57-4E64-45DA-ABAD-AD295E7D1E8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542040" y="3042497"/>
            <a:ext cx="1107920" cy="773005"/>
          </a:xfrm>
          <a:noFill/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an icon</a:t>
            </a:r>
          </a:p>
        </p:txBody>
      </p:sp>
      <p:sp>
        <p:nvSpPr>
          <p:cNvPr id="30" name="Picture Placeholder 62">
            <a:extLst>
              <a:ext uri="{FF2B5EF4-FFF2-40B4-BE49-F238E27FC236}">
                <a16:creationId xmlns:a16="http://schemas.microsoft.com/office/drawing/2014/main" id="{F13A5D06-69CC-4F22-A92C-AE9CE3B3533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91555" y="3042497"/>
            <a:ext cx="1107920" cy="773005"/>
          </a:xfrm>
          <a:noFill/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rgbClr val="002C77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Add an icon</a:t>
            </a:r>
          </a:p>
        </p:txBody>
      </p:sp>
      <p:sp>
        <p:nvSpPr>
          <p:cNvPr id="31" name="Text Placeholder 69">
            <a:extLst>
              <a:ext uri="{FF2B5EF4-FFF2-40B4-BE49-F238E27FC236}">
                <a16:creationId xmlns:a16="http://schemas.microsoft.com/office/drawing/2014/main" id="{A91601A4-8DCD-49D4-8AE2-A9487BBFB2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370" y="3909164"/>
            <a:ext cx="2812432" cy="74453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add description</a:t>
            </a:r>
          </a:p>
        </p:txBody>
      </p:sp>
      <p:sp>
        <p:nvSpPr>
          <p:cNvPr id="32" name="Text Placeholder 69">
            <a:extLst>
              <a:ext uri="{FF2B5EF4-FFF2-40B4-BE49-F238E27FC236}">
                <a16:creationId xmlns:a16="http://schemas.microsoft.com/office/drawing/2014/main" id="{7FA8F0E2-8311-4361-8086-0EC4D0BC1C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75607" y="3909164"/>
            <a:ext cx="2812432" cy="74453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add description</a:t>
            </a:r>
          </a:p>
        </p:txBody>
      </p:sp>
      <p:sp>
        <p:nvSpPr>
          <p:cNvPr id="33" name="Text Placeholder 69">
            <a:extLst>
              <a:ext uri="{FF2B5EF4-FFF2-40B4-BE49-F238E27FC236}">
                <a16:creationId xmlns:a16="http://schemas.microsoft.com/office/drawing/2014/main" id="{7C1B3366-43D3-4B1E-A23E-1896244841C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65844" y="3909164"/>
            <a:ext cx="2812432" cy="744538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Click to add description</a:t>
            </a:r>
          </a:p>
        </p:txBody>
      </p:sp>
    </p:spTree>
    <p:extLst>
      <p:ext uri="{BB962C8B-B14F-4D97-AF65-F5344CB8AC3E}">
        <p14:creationId xmlns:p14="http://schemas.microsoft.com/office/powerpoint/2010/main" val="343551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build="p">
        <p:tmplLst>
          <p:tmpl lvl="1">
            <p:tnLst>
              <p:par>
                <p:cTn presetID="1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249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5" grpId="0"/>
      <p:bldP spid="29" grpId="0"/>
      <p:bldP spid="30" grpId="0"/>
      <p:bldP spid="3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5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/>
      <p:bldP spid="33" grpId="0" build="p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1C543-D4C5-4796-9BB5-C379FFB3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E61AD-2C33-4707-9D27-D0F5AE011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2930A-A56D-40DF-B5AC-301B28F3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11BAF-18E3-4F7B-B62C-54C94AFA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38362-82F1-4A5D-9CCC-DF83DCCF0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7985" y="6364663"/>
            <a:ext cx="455815" cy="365125"/>
          </a:xfrm>
        </p:spPr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32436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F05C-B75D-4DB0-BA04-FFD79C1C4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52ECE-B89B-451D-AAB3-55416C542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96EA6-BEDB-4160-90B1-8BBFBF52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38A6F-0A53-49FA-B9DB-D3BD67DC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CD9CD-3589-4EDD-A762-A60E1977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93622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8BE2-9879-4EC1-8A60-C2D061A1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15BC3-F0D6-410E-BA50-0FF4C95C3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3F89B-F41E-4E74-8311-3C0D0639B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38C7-8D11-458E-B0E4-76A42ECC00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896F6-E364-49A8-8462-6FC93572F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1E67C-D5C3-4E01-9DFC-07EBF56A1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22511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11D2D-E857-439E-B45C-936C39D3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4F689-245A-4ED1-A96B-28D4E14F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FB5BE-1754-4C73-85A2-E44CA0C6A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99FA27-5AA5-49A9-BC81-4B24D5755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5D0AC-3C1B-40F0-A72A-F41BAE227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3A0AE-0A91-4C78-8294-BC603CD1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D27831-1EA4-4F07-AC5B-7986B6E74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919C61-ED9F-4A01-A566-37873D46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52760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970A-2304-4223-B05C-F51CF292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4CD726-0578-46F5-B3E1-F8411DFF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F0EEC-1D48-4E86-8AD7-F63005522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362D8-5CBE-4334-AA46-1763DEBD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76204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EB3C2-20F5-42CE-BD4B-FD8A1C9618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10C591-E614-40E1-AF26-6F90EED01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7AA01-87B5-46B4-8A3D-9E7359A0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5333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BBFB-8F25-4274-8818-778019E8C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A5DFD-5921-4BE6-8FD3-00777F8C1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FCFE7-AF08-4F9B-A07D-199619EDE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7D94E-AA89-47A7-B95A-A830DCCC1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F6848-F2BC-4513-866A-5743CFCC8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88BB-FB4E-46B6-A8FD-DA2C1E0B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169324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35CD-13B8-4DEC-B6E4-BC0623EA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0BCE6-3121-4443-8097-259E55169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F8F43-AFE5-4A7E-BF45-8F38468C5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84E2A-52B4-4AB2-8CF5-238EECC4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955FA-0632-4971-9044-23AB962DD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9EF11-90F2-4ED0-8D70-B86EDABEB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71110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348B-D9CA-4FF0-A4DC-0A00C012C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28E4FD-D156-4385-9D5F-154CE1C71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1F5B6-FFDD-4338-BA9A-C0EABE1F9C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685A-8E99-4CE7-A00A-03F237CB4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49CA9-B32E-4DCD-953E-8CB03A8FA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429466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30F98F-50DA-4B3B-BC78-53E85B3C7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0EA9-4EB6-447B-A8B1-CDC58F4EC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B3330-9702-4A5E-9B18-EFF9DA493F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fld id="{B3EAFAF2-7237-44E3-A587-0A1A792B05A9}" type="datetimeFigureOut">
              <a:rPr lang="en-GB" smtClean="0"/>
              <a:pPr/>
              <a:t>10/01/2026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AD834-E2AE-45B6-8EE3-DFDA775B9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etaPro-Normal" panose="02000503040000020004" pitchFamily="50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B724F-5B33-4B68-935C-C842BE09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13856-EC6D-448E-9427-9BACCD9E10C2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04820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9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1.xml"/><Relationship Id="rId14" Type="http://schemas.openxmlformats.org/officeDocument/2006/relationships/theme" Target="../theme/theme2.xml"/><Relationship Id="rId15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EBE83-9086-68AF-2457-497EE4BD3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589" y="6399815"/>
            <a:ext cx="2743200" cy="365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accent1"/>
                </a:solidFill>
              </a:defRPr>
            </a:lvl1pPr>
          </a:lstStyle>
          <a:p>
            <a:pPr defTabSz="304770"/>
            <a:endParaRPr lang="en-US">
              <a:solidFill>
                <a:srgbClr val="002C77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090F6-5F84-36D7-2D31-1F6F5ED40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99815"/>
            <a:ext cx="4114800" cy="365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>
                <a:solidFill>
                  <a:schemeClr val="accent1"/>
                </a:solidFill>
              </a:defRPr>
            </a:lvl1pPr>
          </a:lstStyle>
          <a:p>
            <a:pPr defTabSz="304770"/>
            <a:endParaRPr lang="en-US">
              <a:solidFill>
                <a:srgbClr val="002C77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97E31-4D26-1628-F67E-61E73139C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800" y="6399815"/>
            <a:ext cx="2743200" cy="365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pPr defTabSz="304770"/>
            <a:fld id="{2FC800B2-235B-2F4B-9F28-5A140A5C2736}" type="slidenum">
              <a:rPr lang="en-US" smtClean="0">
                <a:solidFill>
                  <a:srgbClr val="002C77"/>
                </a:solidFill>
              </a:rPr>
              <a:pPr defTabSz="304770"/>
              <a:t>‹#›</a:t>
            </a:fld>
            <a:endParaRPr lang="en-US">
              <a:solidFill>
                <a:srgbClr val="002C77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850F6-5A57-0521-D120-D59958D3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794327"/>
            <a:ext cx="10598217" cy="43673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3509D7C-BA36-AD2E-0120-44597B09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69314"/>
            <a:ext cx="11430000" cy="41327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839009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  <p:sldLayoutId id="2147483785" r:id="rId18"/>
    <p:sldLayoutId id="2147483786" r:id="rId19"/>
    <p:sldLayoutId id="2147483787" r:id="rId20"/>
    <p:sldLayoutId id="2147483788" r:id="rId21"/>
    <p:sldLayoutId id="2147483789" r:id="rId22"/>
    <p:sldLayoutId id="2147483790" r:id="rId23"/>
    <p:sldLayoutId id="2147483791" r:id="rId24"/>
    <p:sldLayoutId id="2147483792" r:id="rId25"/>
    <p:sldLayoutId id="2147483793" r:id="rId26"/>
    <p:sldLayoutId id="2147483794" r:id="rId27"/>
    <p:sldLayoutId id="2147483795" r:id="rId28"/>
    <p:sldLayoutId id="2147483796" r:id="rId29"/>
    <p:sldLayoutId id="2147483797" r:id="rId30"/>
    <p:sldLayoutId id="2147483798" r:id="rId31"/>
    <p:sldLayoutId id="2147483799" r:id="rId32"/>
    <p:sldLayoutId id="2147483800" r:id="rId33"/>
    <p:sldLayoutId id="2147483801" r:id="rId34"/>
    <p:sldLayoutId id="2147483802" r:id="rId35"/>
    <p:sldLayoutId id="2147483803" r:id="rId36"/>
    <p:sldLayoutId id="2147483804" r:id="rId37"/>
    <p:sldLayoutId id="2147483805" r:id="rId38"/>
  </p:sldLayoutIdLst>
  <p:hf hdr="0" ftr="0" dt="0"/>
  <p:txStyles>
    <p:titleStyle>
      <a:lvl1pPr algn="l" defTabSz="609539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09539" rtl="0" eaLnBrk="1" latinLnBrk="0" hangingPunct="1">
        <a:lnSpc>
          <a:spcPct val="90000"/>
        </a:lnSpc>
        <a:spcBef>
          <a:spcPts val="667"/>
        </a:spcBef>
        <a:buClr>
          <a:schemeClr val="accent1"/>
        </a:buClr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609539" rtl="0" eaLnBrk="1" latinLnBrk="0" hangingPunct="1">
        <a:lnSpc>
          <a:spcPct val="100000"/>
        </a:lnSpc>
        <a:spcBef>
          <a:spcPts val="0"/>
        </a:spcBef>
        <a:buClrTx/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43919" indent="-143919" algn="l" defTabSz="609539" rtl="0" eaLnBrk="1" latinLnBrk="0" hangingPunct="1">
        <a:lnSpc>
          <a:spcPct val="100000"/>
        </a:lnSpc>
        <a:spcBef>
          <a:spcPts val="333"/>
        </a:spcBef>
        <a:buClrTx/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287971" indent="-143986" algn="l" defTabSz="609539" rtl="0" eaLnBrk="1" latinLnBrk="0" hangingPunct="1">
        <a:lnSpc>
          <a:spcPct val="100000"/>
        </a:lnSpc>
        <a:spcBef>
          <a:spcPts val="333"/>
        </a:spcBef>
        <a:buClr>
          <a:schemeClr val="accent1"/>
        </a:buClr>
        <a:buFont typeface="System Font Regular"/>
        <a:buChar char="−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62" indent="-152385" algn="l" defTabSz="609539" rtl="0" eaLnBrk="1" latinLnBrk="0" hangingPunct="1">
        <a:lnSpc>
          <a:spcPct val="90000"/>
        </a:lnSpc>
        <a:spcBef>
          <a:spcPts val="333"/>
        </a:spcBef>
        <a:buClr>
          <a:schemeClr val="accent1"/>
        </a:buClr>
        <a:buFont typeface="System Font Regular"/>
        <a:buChar char="−"/>
        <a:defRPr sz="1067" kern="1200">
          <a:solidFill>
            <a:schemeClr val="tx1"/>
          </a:solidFill>
          <a:latin typeface="+mn-lt"/>
          <a:ea typeface="+mn-ea"/>
          <a:cs typeface="+mn-cs"/>
        </a:defRPr>
      </a:lvl5pPr>
      <a:lvl6pPr marL="1676232" indent="-152385" algn="l" defTabSz="609539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002" indent="-152385" algn="l" defTabSz="609539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5771" indent="-152385" algn="l" defTabSz="609539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541" indent="-152385" algn="l" defTabSz="609539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70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53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309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07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848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61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387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156" algn="l" defTabSz="609539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199">
          <p15:clr>
            <a:srgbClr val="F26B43"/>
          </p15:clr>
        </p15:guide>
        <p15:guide id="4" orient="horz" pos="2084">
          <p15:clr>
            <a:srgbClr val="F26B43"/>
          </p15:clr>
        </p15:guide>
        <p15:guide id="6" orient="horz" pos="360">
          <p15:clr>
            <a:srgbClr val="F26B43"/>
          </p15:clr>
        </p15:guide>
        <p15:guide id="7" orient="horz" pos="2674">
          <p15:clr>
            <a:srgbClr val="F26B43"/>
          </p15:clr>
        </p15:guide>
        <p15:guide id="8" orient="horz" pos="62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BD9ADBC1-B9FC-4B1B-9E6B-E569BC6FB4B7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6083" y="85232"/>
            <a:ext cx="893853" cy="328988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6E81E-755E-40B4-B57A-E890B60F9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385" y="10691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A3783-D47D-4620-B9B6-74B034A93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4122" y="6364663"/>
            <a:ext cx="4558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MetaPro-Normal" panose="02000503040000020004" pitchFamily="2" charset="0"/>
              </a:defRPr>
            </a:lvl1pPr>
          </a:lstStyle>
          <a:p>
            <a:fld id="{8E913856-EC6D-448E-9427-9BACCD9E10C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07654C-02A0-4751-B3EF-F6DE29688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385" y="172857"/>
            <a:ext cx="9767455" cy="2900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72C50E-7F28-4145-AE89-9C6D746D9525}"/>
              </a:ext>
            </a:extLst>
          </p:cNvPr>
          <p:cNvCxnSpPr>
            <a:cxnSpLocks/>
          </p:cNvCxnSpPr>
          <p:nvPr userDrawn="1"/>
        </p:nvCxnSpPr>
        <p:spPr>
          <a:xfrm>
            <a:off x="0" y="6533803"/>
            <a:ext cx="1149986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  <a:headEnd type="none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6670DED-A389-43F5-96CA-9B6BBD9DFFD1}"/>
              </a:ext>
            </a:extLst>
          </p:cNvPr>
          <p:cNvSpPr/>
          <p:nvPr userDrawn="1"/>
        </p:nvSpPr>
        <p:spPr>
          <a:xfrm>
            <a:off x="0" y="0"/>
            <a:ext cx="108000" cy="900000"/>
          </a:xfrm>
          <a:prstGeom prst="rect">
            <a:avLst/>
          </a:prstGeom>
          <a:solidFill>
            <a:srgbClr val="EDB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MetaPro-Normal" panose="02000503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785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9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>
              <a:lumMod val="75000"/>
              <a:lumOff val="25000"/>
            </a:schemeClr>
          </a:solidFill>
          <a:latin typeface="MetaPro-Normal" panose="02000503040000020004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etaPro-Normal" panose="02000503040000020004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etaPro-Normal" panose="02000503040000020004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etaPro-Normal" panose="02000503040000020004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etaPro-Normal" panose="02000503040000020004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etaPro-Normal" panose="02000503040000020004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>
          <a:xfrm>
            <a:off x="393192" y="2743200"/>
            <a:ext cx="11402568" cy="1005840"/>
          </a:xfrm>
        </p:spPr>
        <p:txBody>
          <a:bodyPr/>
          <a:lstStyle/>
          <a:p>
            <a:r>
              <a:rPr sz="4000" b="1"/>
              <a:t>SACRED as the governed WCE technical repository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93192" y="3840480"/>
            <a:ext cx="11402568" cy="640080"/>
          </a:xfrm>
        </p:spPr>
        <p:txBody>
          <a:bodyPr/>
          <a:lstStyle/>
          <a:p>
            <a:r>
              <a:rPr sz="2000" b="0"/>
              <a:t>Thursday 22 October 2026  ·  14:00–14:30  ·  WCE SME Workshop, Houston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" y="4754880"/>
            <a:ext cx="1140256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1F2D3D"/>
                </a:solidFill>
              </a:rPr>
              <a:t>Dan Plant, Technical Services – Subsea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F2D3D"/>
                </a:solidFill>
              </a:rPr>
              <a:t>Straight after the West Tellus visit debrief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4048" y="384048"/>
            <a:ext cx="11411712" cy="932688"/>
          </a:xfrm>
        </p:spPr>
        <p:txBody>
          <a:bodyPr/>
          <a:lstStyle/>
          <a:p>
            <a:r>
              <a:rPr sz="3000" b="1"/>
              <a:t>What SACRED holds today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>
          <a:xfrm>
            <a:off x="384048" y="1417320"/>
            <a:ext cx="11411712" cy="292608"/>
          </a:xfrm>
        </p:spPr>
        <p:txBody>
          <a:bodyPr/>
          <a:lstStyle/>
          <a:p>
            <a:r>
              <a:rPr sz="1300" b="1">
                <a:solidFill>
                  <a:srgbClr val="5A6472"/>
                </a:solidFill>
              </a:rPr>
              <a:t>Posted from the rigs, built into pages and a 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828800"/>
            <a:ext cx="2688336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C77"/>
                </a:solidFill>
              </a:rPr>
              <a:t>Reports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D3D"/>
                </a:solidFill>
              </a:rPr>
              <a:t>Every post, by rig and type, with the full-report viewer.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828800"/>
            <a:ext cx="2688336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C77"/>
                </a:solidFill>
              </a:rPr>
              <a:t>CBM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D3D"/>
                </a:solidFill>
              </a:rPr>
              <a:t>Grades, photographs, test records and every copy sent to NOV.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828800"/>
            <a:ext cx="2688336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C77"/>
                </a:solidFill>
              </a:rPr>
              <a:t>Precharge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D3D"/>
                </a:solidFill>
              </a:rPr>
              <a:t>Requests and issued sheets, calculated and verified.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07424" y="1828800"/>
            <a:ext cx="2688336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C77"/>
                </a:solidFill>
              </a:rPr>
              <a:t>AABs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D3D"/>
                </a:solidFill>
              </a:rPr>
              <a:t>Advisories, rig acknowledgements and close-out.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465576"/>
            <a:ext cx="2688336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C77"/>
                </a:solidFill>
              </a:rPr>
              <a:t>Plans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D3D"/>
                </a:solidFill>
              </a:rPr>
              <a:t>Argo Navis plans, reviews and the twice-daily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465576"/>
            <a:ext cx="2688336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C77"/>
                </a:solidFill>
              </a:rPr>
              <a:t>Close-out packs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D3D"/>
                </a:solidFill>
              </a:rPr>
              <a:t>One PDF per plan: plan, tests, CBM, precharge.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3465576"/>
            <a:ext cx="2688336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C77"/>
                </a:solidFill>
              </a:rPr>
              <a:t>Certificates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D3D"/>
                </a:solidFill>
              </a:rPr>
              <a:t>The WCE CoC tracker, rebuilt from Maximo.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07424" y="3465576"/>
            <a:ext cx="2688336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C77"/>
                </a:solidFill>
              </a:rPr>
              <a:t>The database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F2D3D"/>
                </a:solidFill>
              </a:rPr>
              <a:t>SACRED DATA: about 36 tables, loaded every hour.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5257800"/>
            <a:ext cx="11411712" cy="640080"/>
          </a:xfrm>
          <a:prstGeom prst="roundRect">
            <a:avLst>
              <a:gd name="adj" fmla="val 6000"/>
            </a:avLst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DB71E"/>
                </a:solidFill>
              </a:rPr>
              <a:t>One source:  </a:t>
            </a:r>
            <a:r>
              <a:rPr sz="1600" b="0">
                <a:solidFill>
                  <a:srgbClr val="FFFFFF"/>
                </a:solidFill>
              </a:rPr>
              <a:t>every page and every table is built from the post in SharePoint.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4048" y="384048"/>
            <a:ext cx="11411712" cy="932688"/>
          </a:xfrm>
        </p:spPr>
        <p:txBody>
          <a:bodyPr/>
          <a:lstStyle/>
          <a:p>
            <a:r>
              <a:rPr sz="3000" b="1"/>
              <a:t>How a document stays accurate and controlled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>
          <a:xfrm>
            <a:off x="384048" y="1417320"/>
            <a:ext cx="11411712" cy="292608"/>
          </a:xfrm>
        </p:spPr>
        <p:txBody>
          <a:bodyPr/>
          <a:lstStyle/>
          <a:p>
            <a:r>
              <a:rPr sz="1300" b="1">
                <a:solidFill>
                  <a:srgbClr val="5A6472"/>
                </a:solidFill>
              </a:rPr>
              <a:t>Five controls, from the tool on the rig to eDocs</a:t>
            </a:r>
          </a:p>
        </p:txBody>
      </p:sp>
      <p:sp>
        <p:nvSpPr>
          <p:cNvPr id="5" name="Oval 4"/>
          <p:cNvSpPr/>
          <p:nvPr/>
        </p:nvSpPr>
        <p:spPr>
          <a:xfrm>
            <a:off x="384048" y="1828800"/>
            <a:ext cx="384048" cy="384048"/>
          </a:xfrm>
          <a:prstGeom prst="ellipse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856231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C77"/>
                </a:solidFill>
              </a:rPr>
              <a:t>REV badge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377440"/>
            <a:ext cx="2103120" cy="1600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D3D"/>
                </a:solidFill>
              </a:rPr>
              <a:t>Every tool shows its build. Check it before you post: WCGRRT 174, SSORT 169.</a:t>
            </a:r>
          </a:p>
        </p:txBody>
      </p:sp>
      <p:sp>
        <p:nvSpPr>
          <p:cNvPr id="8" name="Chevron 7"/>
          <p:cNvSpPr/>
          <p:nvPr/>
        </p:nvSpPr>
        <p:spPr>
          <a:xfrm>
            <a:off x="2523744" y="1901952"/>
            <a:ext cx="164592" cy="237744"/>
          </a:xfrm>
          <a:prstGeom prst="chevron">
            <a:avLst/>
          </a:prstGeom>
          <a:solidFill>
            <a:srgbClr val="008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97479" y="1828800"/>
            <a:ext cx="384048" cy="384048"/>
          </a:xfrm>
          <a:prstGeom prst="ellipse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56231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C77"/>
                </a:solidFill>
              </a:rPr>
              <a:t>Frozen builds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2377440"/>
            <a:ext cx="2103120" cy="1600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D3D"/>
                </a:solidFill>
              </a:rPr>
              <a:t>No change while you train. Frozen to Friday 23 October.</a:t>
            </a:r>
          </a:p>
        </p:txBody>
      </p:sp>
      <p:sp>
        <p:nvSpPr>
          <p:cNvPr id="12" name="Chevron 11"/>
          <p:cNvSpPr/>
          <p:nvPr/>
        </p:nvSpPr>
        <p:spPr>
          <a:xfrm>
            <a:off x="4837175" y="1901952"/>
            <a:ext cx="164592" cy="237744"/>
          </a:xfrm>
          <a:prstGeom prst="chevron">
            <a:avLst/>
          </a:prstGeom>
          <a:solidFill>
            <a:srgbClr val="008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10912" y="1828800"/>
            <a:ext cx="384048" cy="384048"/>
          </a:xfrm>
          <a:prstGeom prst="ellipse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3831" y="1856231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C77"/>
                </a:solidFill>
              </a:rPr>
              <a:t>Rolling handoff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0912" y="2377440"/>
            <a:ext cx="2103120" cy="1600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D3D"/>
                </a:solidFill>
              </a:rPr>
              <a:t>Every change announced before it ships. 86 entries so far.</a:t>
            </a:r>
          </a:p>
        </p:txBody>
      </p:sp>
      <p:sp>
        <p:nvSpPr>
          <p:cNvPr id="16" name="Chevron 15"/>
          <p:cNvSpPr/>
          <p:nvPr/>
        </p:nvSpPr>
        <p:spPr>
          <a:xfrm>
            <a:off x="7150607" y="1901952"/>
            <a:ext cx="164592" cy="237744"/>
          </a:xfrm>
          <a:prstGeom prst="chevron">
            <a:avLst/>
          </a:prstGeom>
          <a:solidFill>
            <a:srgbClr val="008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24344" y="1828800"/>
            <a:ext cx="384048" cy="384048"/>
          </a:xfrm>
          <a:prstGeom prst="ellipse">
            <a:avLst/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1856231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C77"/>
                </a:solidFill>
              </a:rPr>
              <a:t>MOC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24344" y="2377440"/>
            <a:ext cx="2103120" cy="1600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D3D"/>
                </a:solidFill>
              </a:rPr>
              <a:t>A change to a controlled form or loop goes through MOC.</a:t>
            </a:r>
          </a:p>
        </p:txBody>
      </p:sp>
      <p:sp>
        <p:nvSpPr>
          <p:cNvPr id="20" name="Chevron 19"/>
          <p:cNvSpPr/>
          <p:nvPr/>
        </p:nvSpPr>
        <p:spPr>
          <a:xfrm>
            <a:off x="9464040" y="1901952"/>
            <a:ext cx="164592" cy="237744"/>
          </a:xfrm>
          <a:prstGeom prst="chevron">
            <a:avLst/>
          </a:prstGeom>
          <a:solidFill>
            <a:srgbClr val="008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37776" y="1828800"/>
            <a:ext cx="384048" cy="384048"/>
          </a:xfrm>
          <a:prstGeom prst="ellipse">
            <a:avLst/>
          </a:prstGeom>
          <a:solidFill>
            <a:srgbClr val="008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0696" y="1856231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C77"/>
                </a:solidFill>
              </a:rPr>
              <a:t>eDocs filing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37776" y="2377440"/>
            <a:ext cx="2103120" cy="16002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D3D"/>
                </a:solidFill>
              </a:rPr>
              <a:t>Controlled PDFs filed to the WCE Master Database. Waits on ISIT.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297680"/>
            <a:ext cx="11411712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B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C77"/>
                </a:solidFill>
              </a:rPr>
              <a:t>Accuracy:  </a:t>
            </a:r>
            <a:r>
              <a:rPr sz="1500" b="0">
                <a:solidFill>
                  <a:srgbClr val="1F2D3D"/>
                </a:solidFill>
              </a:rPr>
              <a:t>one renderer per document. The PDF NOV receive is the one the crew saw.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5166360"/>
            <a:ext cx="11411712" cy="548640"/>
          </a:xfrm>
          <a:prstGeom prst="roundRect">
            <a:avLst>
              <a:gd name="adj" fmla="val 6000"/>
            </a:avLst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DB71E"/>
                </a:solidFill>
              </a:rPr>
              <a:t>Your check:  </a:t>
            </a:r>
            <a:r>
              <a:rPr sz="1500" b="0">
                <a:solidFill>
                  <a:srgbClr val="FFFFFF"/>
                </a:solidFill>
              </a:rPr>
              <a:t>if the badge on your screen is not the frozen build, do not post. Call Dan.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4048" y="384048"/>
            <a:ext cx="11411712" cy="932688"/>
          </a:xfrm>
        </p:spPr>
        <p:txBody>
          <a:bodyPr/>
          <a:lstStyle/>
          <a:p>
            <a:r>
              <a:rPr sz="3000" b="1"/>
              <a:t>Lessons learned: what SACRED can do now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>
          <a:xfrm>
            <a:off x="384048" y="1417320"/>
            <a:ext cx="11411712" cy="292608"/>
          </a:xfrm>
        </p:spPr>
        <p:txBody>
          <a:bodyPr/>
          <a:lstStyle/>
          <a:p>
            <a:r>
              <a:rPr sz="1300" b="1">
                <a:solidFill>
                  <a:srgbClr val="5A6472"/>
                </a:solidFill>
              </a:rPr>
              <a:t>Three places a lesson already shows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82880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2C77"/>
                </a:solidFill>
              </a:rPr>
              <a:t>In the plan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</a:rPr>
              <a:t>Argo Navis matches Synergi lessons to each task, by job plan, location or work order.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</a:rPr>
              <a:t>The West Vela sample plan: 161 matched.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182880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2C77"/>
                </a:solidFill>
              </a:rPr>
              <a:t>In the daily report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</a:rPr>
              <a:t>The Daily Summary Report has a lessons-learned section.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</a:rPr>
              <a:t>The dashboard has a Lessons learned tab.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3566160" cy="2468880"/>
          </a:xfrm>
          <a:prstGeom prst="roundRect">
            <a:avLst>
              <a:gd name="adj" fmla="val 6000"/>
            </a:avLst>
          </a:prstGeom>
          <a:solidFill>
            <a:srgbClr val="EDB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002C77"/>
                </a:solidFill>
              </a:rPr>
              <a:t>The open question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D3D"/>
                </a:solidFill>
              </a:rPr>
              <a:t>A lesson from a visit or a debrief: where does it live, so the next plan finds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663440"/>
            <a:ext cx="11411712" cy="640080"/>
          </a:xfrm>
          <a:prstGeom prst="roundRect">
            <a:avLst>
              <a:gd name="adj" fmla="val 6000"/>
            </a:avLst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DB71E"/>
                </a:solidFill>
              </a:rPr>
              <a:t>Synergi stays the record.  </a:t>
            </a:r>
            <a:r>
              <a:rPr sz="1500" b="0">
                <a:solidFill>
                  <a:srgbClr val="FFFFFF"/>
                </a:solidFill>
              </a:rPr>
              <a:t>SACRED links the lesson to the rig, the equipment and the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4048" y="384048"/>
            <a:ext cx="11411712" cy="932688"/>
          </a:xfrm>
        </p:spPr>
        <p:txBody>
          <a:bodyPr/>
          <a:lstStyle/>
          <a:p>
            <a:r>
              <a:rPr sz="3000" b="1"/>
              <a:t>The first test: the West Tellus debrief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>
          <a:xfrm>
            <a:off x="384048" y="1417320"/>
            <a:ext cx="11411712" cy="292608"/>
          </a:xfrm>
        </p:spPr>
        <p:txBody>
          <a:bodyPr/>
          <a:lstStyle/>
          <a:p>
            <a:r>
              <a:rPr sz="1300" b="1">
                <a:solidFill>
                  <a:srgbClr val="5A6472"/>
                </a:solidFill>
              </a:rPr>
              <a:t>Where should each lesson from Eric's visit live?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783080"/>
            <a:ext cx="2377440" cy="347472"/>
          </a:xfrm>
          <a:prstGeom prst="roundRect">
            <a:avLst>
              <a:gd name="adj" fmla="val 6000"/>
            </a:avLst>
          </a:prstGeom>
          <a:solidFill>
            <a:srgbClr val="EDB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2C77"/>
                </a:solidFill>
              </a:rPr>
              <a:t>WORKSHOP  ·  6 minutes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2286000"/>
          <a:ext cx="1141170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2362"/>
                <a:gridCol w="1389251"/>
                <a:gridCol w="1587716"/>
                <a:gridCol w="1984645"/>
                <a:gridCol w="1587716"/>
                <a:gridCol w="129001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Lesson from the debrief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Synergi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Argo Navis plan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Technical standard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73152" marR="73152" marT="45720" marB="45720" anchor="ctr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384048" y="5486400"/>
            <a:ext cx="11411712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B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square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2C77"/>
                </a:solidFill>
              </a:rPr>
              <a:t>Test the rule:  </a:t>
            </a:r>
            <a:r>
              <a:rPr sz="1400" b="0">
                <a:solidFill>
                  <a:srgbClr val="1F2D3D"/>
                </a:solidFill>
              </a:rPr>
              <a:t>one home for the lesson; links from everywhere else.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4048" y="384048"/>
            <a:ext cx="11411712" cy="932688"/>
          </a:xfrm>
        </p:spPr>
        <p:txBody>
          <a:bodyPr/>
          <a:lstStyle/>
          <a:p>
            <a:r>
              <a:rPr sz="3000" b="1"/>
              <a:t>Usability: what you used on Days 1 and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>
          <a:xfrm>
            <a:off x="384048" y="1417320"/>
            <a:ext cx="11411712" cy="292608"/>
          </a:xfrm>
        </p:spPr>
        <p:txBody>
          <a:bodyPr/>
          <a:lstStyle/>
          <a:p>
            <a:r>
              <a:rPr sz="1300" b="1">
                <a:solidFill>
                  <a:srgbClr val="5A6472"/>
                </a:solidFill>
              </a:rPr>
              <a:t>One line per tool. Short answers.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828800"/>
          <a:ext cx="11411709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568"/>
                <a:gridCol w="3221047"/>
                <a:gridCol w="3221047"/>
                <a:gridCol w="3221047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Worked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Got in the way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The one change</a:t>
                      </a:r>
                    </a:p>
                  </a:txBody>
                  <a:tcPr marL="73152" marR="73152" marT="45720" marB="45720" anchor="ctr"/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D3D"/>
                          </a:solidFill>
                        </a:rPr>
                        <a:t>WCGRRT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D3D"/>
                          </a:solidFill>
                        </a:rPr>
                        <a:t>SSORT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D3D"/>
                          </a:solidFill>
                        </a:rPr>
                        <a:t>Precharge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D3D"/>
                          </a:solidFill>
                        </a:rPr>
                        <a:t>Dashboards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D3D"/>
                          </a:solidFill>
                        </a:rPr>
                        <a:t>Argo Navis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D3D"/>
                          </a:solidFill>
                        </a:rPr>
                        <a:t>Help Centre</a:t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D3D"/>
                          </a:solidFill>
                        </a:rPr>
                        <a:t/>
                      </a:r>
                    </a:p>
                  </a:txBody>
                  <a:tcPr marL="73152" marR="73152" marT="45720" marB="45720" anchor="ctr"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84048" y="5440680"/>
            <a:ext cx="11411712" cy="457200"/>
          </a:xfrm>
          <a:prstGeom prst="roundRect">
            <a:avLst>
              <a:gd name="adj" fmla="val 6000"/>
            </a:avLst>
          </a:prstGeom>
          <a:solidFill>
            <a:srgbClr val="002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91440" bIns="91440" wrap="square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DB71E"/>
                </a:solidFill>
              </a:rPr>
              <a:t>Every "one change"  </a:t>
            </a:r>
            <a:r>
              <a:rPr sz="1400" b="0">
                <a:solidFill>
                  <a:srgbClr val="FFFFFF"/>
                </a:solidFill>
              </a:rPr>
              <a:t>goes on the action list with an owner and a 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4048" y="384048"/>
            <a:ext cx="11411712" cy="932688"/>
          </a:xfrm>
        </p:spPr>
        <p:txBody>
          <a:bodyPr/>
          <a:lstStyle/>
          <a:p>
            <a:r>
              <a:rPr sz="3000" b="1"/>
              <a:t>What is next for SACRED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>
          <a:xfrm>
            <a:off x="384048" y="1417320"/>
            <a:ext cx="11411712" cy="292608"/>
          </a:xfrm>
        </p:spPr>
        <p:txBody>
          <a:bodyPr/>
          <a:lstStyle/>
          <a:p>
            <a:r>
              <a:rPr sz="1300" b="1">
                <a:solidFill>
                  <a:srgbClr val="5A6472"/>
                </a:solidFill>
              </a:rPr>
              <a:t>Four moves, and who they wait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828800"/>
            <a:ext cx="2688336" cy="24231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C77"/>
                </a:solidFill>
              </a:rPr>
              <a:t>The server move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D3D"/>
                </a:solidFill>
              </a:rPr>
              <a:t>The scanner leaves Dan's laptop for the server. The laptop stays on until the server runs clean.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7" y="3749039"/>
            <a:ext cx="2011680" cy="347472"/>
          </a:xfrm>
          <a:prstGeom prst="roundRect">
            <a:avLst>
              <a:gd name="adj" fmla="val 6000"/>
            </a:avLst>
          </a:prstGeom>
          <a:solidFill>
            <a:srgbClr val="EDB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2C77"/>
                </a:solidFill>
              </a:rPr>
              <a:t>Waits on: ISIT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688336" cy="24231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C77"/>
                </a:solidFill>
              </a:rPr>
              <a:t>The web app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D3D"/>
                </a:solidFill>
              </a:rPr>
              <a:t>Hosting as a Microsoft web app, with HTTPS for tablets. Started with Adam on Wednesday.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749039"/>
            <a:ext cx="2011680" cy="347472"/>
          </a:xfrm>
          <a:prstGeom prst="roundRect">
            <a:avLst>
              <a:gd name="adj" fmla="val 6000"/>
            </a:avLst>
          </a:prstGeom>
          <a:solidFill>
            <a:srgbClr val="EDB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2C77"/>
                </a:solidFill>
              </a:rPr>
              <a:t>Waits on: ISIT, Adam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828800"/>
            <a:ext cx="2688336" cy="24231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C77"/>
                </a:solidFill>
              </a:rPr>
              <a:t>Seadrill CORE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D3D"/>
                </a:solidFill>
              </a:rPr>
              <a:t>Technical standards linked by rig, region and SFI. Click a rig, see what applies.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3749039"/>
            <a:ext cx="2011680" cy="347472"/>
          </a:xfrm>
          <a:prstGeom prst="roundRect">
            <a:avLst>
              <a:gd name="adj" fmla="val 6000"/>
            </a:avLst>
          </a:prstGeom>
          <a:solidFill>
            <a:srgbClr val="EDB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2C77"/>
                </a:solidFill>
              </a:rPr>
              <a:t>Waits on: Lee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07424" y="1828800"/>
            <a:ext cx="2688336" cy="242316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12700">
            <a:solidFill>
              <a:srgbClr val="D0D7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7160" rIns="137160" tIns="91440" bIns="91440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C77"/>
                </a:solidFill>
              </a:rPr>
              <a:t>eDocs filing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D3D"/>
                </a:solidFill>
              </a:rPr>
              <a:t>Close-out packs filed to eDocs automatically when a plan closes.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44584" y="3749039"/>
            <a:ext cx="2011680" cy="347472"/>
          </a:xfrm>
          <a:prstGeom prst="roundRect">
            <a:avLst>
              <a:gd name="adj" fmla="val 6000"/>
            </a:avLst>
          </a:prstGeom>
          <a:solidFill>
            <a:srgbClr val="EDB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2C77"/>
                </a:solidFill>
              </a:rPr>
              <a:t>Waits on: ISIT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663440"/>
            <a:ext cx="11411712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DB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91440" bIns="91440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2C77"/>
                </a:solidFill>
              </a:rPr>
              <a:t>Nothing changes for the rigs:  </a:t>
            </a:r>
            <a:r>
              <a:rPr sz="1500" b="0">
                <a:solidFill>
                  <a:srgbClr val="1F2D3D"/>
                </a:solidFill>
              </a:rPr>
              <a:t>the tools post to the same place whichever host we choose.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8308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</a:rPr>
              <a:t>Dan Plant   </a:t>
            </a:r>
            <a:r>
              <a:rPr sz="1600" b="0">
                <a:solidFill>
                  <a:srgbClr val="FFFFFF"/>
                </a:solidFill>
              </a:rPr>
              <a:t>daniel.plant@seadrill.com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8620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DB71E"/>
                </a:solidFill>
              </a:rPr>
              <a:t>What goes on the action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–  Where the West Tellus lessons live, each with an owner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–  The usability changes, ranked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</a:rPr>
              <a:t>–  Anything from this week that should live in SACRED and does not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eadrill">
      <a:dk1>
        <a:srgbClr val="000000"/>
      </a:dk1>
      <a:lt1>
        <a:srgbClr val="FFFFFF"/>
      </a:lt1>
      <a:dk2>
        <a:srgbClr val="212121"/>
      </a:dk2>
      <a:lt2>
        <a:srgbClr val="E7E6E6"/>
      </a:lt2>
      <a:accent1>
        <a:srgbClr val="002C77"/>
      </a:accent1>
      <a:accent2>
        <a:srgbClr val="EDB71E"/>
      </a:accent2>
      <a:accent3>
        <a:srgbClr val="0082C0"/>
      </a:accent3>
      <a:accent4>
        <a:srgbClr val="E25303"/>
      </a:accent4>
      <a:accent5>
        <a:srgbClr val="43C0E8"/>
      </a:accent5>
      <a:accent6>
        <a:srgbClr val="002C7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>
        <a:noAutofit/>
      </a:bodyPr>
      <a:lstStyle>
        <a:defPPr marL="285750" indent="-285750" algn="l">
          <a:spcAft>
            <a:spcPts val="800"/>
          </a:spcAft>
          <a:buFont typeface="Arial" panose="020B0604020202020204" pitchFamily="34" charset="0"/>
          <a:buChar char="•"/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29CB1990-084D-474A-AA12-987D6F159E80}" vid="{3E671490-3286-4DE2-AAFC-3345196B7B2E}"/>
    </a:ext>
  </a:extLst>
</a:theme>
</file>

<file path=ppt/theme/theme2.xml><?xml version="1.0" encoding="utf-8"?>
<a:theme xmlns:a="http://schemas.openxmlformats.org/drawingml/2006/main" name="1_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C77"/>
      </a:accent1>
      <a:accent2>
        <a:srgbClr val="EDB71E"/>
      </a:accent2>
      <a:accent3>
        <a:srgbClr val="0082C0"/>
      </a:accent3>
      <a:accent4>
        <a:srgbClr val="E25303"/>
      </a:accent4>
      <a:accent5>
        <a:srgbClr val="717F81"/>
      </a:accent5>
      <a:accent6>
        <a:srgbClr val="59595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9CB1990-084D-474A-AA12-987D6F159E80}" vid="{8B204F00-078A-44CB-9993-A4DC78445B4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1375B9474D2B458DD600039FC86ED7" ma:contentTypeVersion="4" ma:contentTypeDescription="Create a new document." ma:contentTypeScope="" ma:versionID="8ca5b959edefb95593e01c11d373b297">
  <xsd:schema xmlns:xsd="http://www.w3.org/2001/XMLSchema" xmlns:xs="http://www.w3.org/2001/XMLSchema" xmlns:p="http://schemas.microsoft.com/office/2006/metadata/properties" xmlns:ns2="be0707e9-4c2d-4f2b-a5be-32a9f9aedd29" xmlns:ns3="847bfa46-a70a-4209-b9e7-b1c0d256b223" targetNamespace="http://schemas.microsoft.com/office/2006/metadata/properties" ma:root="true" ma:fieldsID="4749cbcf97829576cb0a0b06cd7bf072" ns2:_="" ns3:_="">
    <xsd:import namespace="be0707e9-4c2d-4f2b-a5be-32a9f9aedd29"/>
    <xsd:import namespace="847bfa46-a70a-4209-b9e7-b1c0d256b22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707e9-4c2d-4f2b-a5be-32a9f9aedd2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7bfa46-a70a-4209-b9e7-b1c0d256b2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/>
</file>

<file path=customXml/itemProps1.xml><?xml version="1.0" encoding="utf-8"?>
<ds:datastoreItem xmlns:ds="http://schemas.openxmlformats.org/officeDocument/2006/customXml" ds:itemID="{F775844E-0793-428A-AF85-9E8CB14D51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7E113A-FB21-4BBE-9696-7AC26CA26D0E}">
  <ds:schemaRefs>
    <ds:schemaRef ds:uri="http://purl.org/dc/dcmitype/"/>
    <ds:schemaRef ds:uri="3e33b254-58f8-498d-8fc0-1c99fb4c44f9"/>
    <ds:schemaRef ds:uri="http://schemas.microsoft.com/office/2006/documentManagement/types"/>
    <ds:schemaRef ds:uri="http://schemas.microsoft.com/office/2006/metadata/properties"/>
    <ds:schemaRef ds:uri="7887adca-63be-4a4c-a89d-ee06eeaacc9b"/>
    <ds:schemaRef ds:uri="http://purl.org/dc/terms/"/>
    <ds:schemaRef ds:uri="http://purl.org/dc/elements/1.1/"/>
    <ds:schemaRef ds:uri="99ce1116-cb14-49c8-a6a9-6466232a9e78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18BBDD0-B096-4F82-A699-4F0DC0C1DF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0707e9-4c2d-4f2b-a5be-32a9f9aedd29"/>
    <ds:schemaRef ds:uri="847bfa46-a70a-4209-b9e7-b1c0d256b2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824F7851-CB0C-4D6A-A4EC-854EF05F9947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4468</Words>
  <Application>Microsoft Office PowerPoint</Application>
  <PresentationFormat>Widescreen</PresentationFormat>
  <Paragraphs>360</Paragraphs>
  <Slides>52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Calibri</vt:lpstr>
      <vt:lpstr>MetaPro-Normal</vt:lpstr>
      <vt:lpstr>System Font Regular</vt:lpstr>
      <vt:lpstr>Custom Design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Main headline in here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Main headline in here</vt:lpstr>
      <vt:lpstr>Main headline in here</vt:lpstr>
      <vt:lpstr>PowerPoint Presentation</vt:lpstr>
      <vt:lpstr>Main headline in here</vt:lpstr>
      <vt:lpstr>Main headline in here</vt:lpstr>
      <vt:lpstr>Main headline in here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Main headline in here</vt:lpstr>
      <vt:lpstr>Main headline in here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SACRED as the governed WCE technical repository</dc:title>
  <dc:creator>Dan Plant, Seadrill Technical Services – Subsea</dc:creator>
  <cp:lastModifiedBy>Daniel Plant</cp:lastModifiedBy>
  <cp:revision>1</cp:revision>
  <dcterms:created xsi:type="dcterms:W3CDTF">2026-01-10T14:20:43Z</dcterms:created>
  <dcterms:modified xsi:type="dcterms:W3CDTF">2026-01-10T14:21:53Z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0x0101003C1375B9474D2B458DD600039FC86ED7</vt:lpwstr>
  </property>
  <property fmtid="{D5CDD505-2E9C-101B-9397-08002B2CF9AE}" pid="3" name="MediaServiceImageTags">
    <vt:lpwstr/>
  </property>
  <property fmtid="{D5CDD505-2E9C-101B-9397-08002B2CF9AE}" pid="4" name="MSIP_Label_6ff5c69e-9d09-4250-825e-b99a9d4db320_Enabled">
    <vt:lpwstr>true</vt:lpwstr>
  </property>
  <property fmtid="{D5CDD505-2E9C-101B-9397-08002B2CF9AE}" pid="5" name="MSIP_Label_6ff5c69e-9d09-4250-825e-b99a9d4db320_SetDate">
    <vt:lpwstr>2024-11-05T09:59:55Z</vt:lpwstr>
  </property>
  <property fmtid="{D5CDD505-2E9C-101B-9397-08002B2CF9AE}" pid="6" name="MSIP_Label_6ff5c69e-9d09-4250-825e-b99a9d4db320_Method">
    <vt:lpwstr>Standard</vt:lpwstr>
  </property>
  <property fmtid="{D5CDD505-2E9C-101B-9397-08002B2CF9AE}" pid="7" name="MSIP_Label_6ff5c69e-9d09-4250-825e-b99a9d4db320_Name">
    <vt:lpwstr>General</vt:lpwstr>
  </property>
  <property fmtid="{D5CDD505-2E9C-101B-9397-08002B2CF9AE}" pid="8" name="MSIP_Label_6ff5c69e-9d09-4250-825e-b99a9d4db320_SiteId">
    <vt:lpwstr>d79da2e9-d03a-4707-9da7-67a34ac6465c</vt:lpwstr>
  </property>
  <property fmtid="{D5CDD505-2E9C-101B-9397-08002B2CF9AE}" pid="9" name="MSIP_Label_6ff5c69e-9d09-4250-825e-b99a9d4db320_ActionId">
    <vt:lpwstr>e5cdaace-1d9a-42fb-a3fe-168cea31a7c2</vt:lpwstr>
  </property>
  <property fmtid="{D5CDD505-2E9C-101B-9397-08002B2CF9AE}" pid="10" name="MSIP_Label_6ff5c69e-9d09-4250-825e-b99a9d4db320_ContentBits">
    <vt:lpwstr>0</vt:lpwstr>
  </property>
</Properties>
</file>